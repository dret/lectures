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FB7E02-7F0B-6B4C-B6AB-261D520E3FB2}" type="doc">
      <dgm:prSet loTypeId="urn:microsoft.com/office/officeart/2026/layout/SmallDotsHorizontal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CA48B81-B82D-5F47-8CCE-F91878BA6408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GB"/>
            <a:t>Closed Product</a:t>
          </a:r>
          <a:endParaRPr lang="en-GB" dirty="0"/>
        </a:p>
      </dgm:t>
    </dgm:pt>
    <dgm:pt modelId="{7CA4139D-C10D-E04E-BC3C-7F425CC1E771}" type="parTrans" cxnId="{1A86CAD5-D406-9A48-9674-F618E2550B7F}">
      <dgm:prSet/>
      <dgm:spPr/>
      <dgm:t>
        <a:bodyPr/>
        <a:lstStyle/>
        <a:p>
          <a:endParaRPr lang="en-GB"/>
        </a:p>
      </dgm:t>
    </dgm:pt>
    <dgm:pt modelId="{1D1EC08F-A310-654A-B7FD-9D48EC5838CE}" type="sibTrans" cxnId="{1A86CAD5-D406-9A48-9674-F618E2550B7F}">
      <dgm:prSet/>
      <dgm:spPr/>
      <dgm:t>
        <a:bodyPr/>
        <a:lstStyle/>
        <a:p>
          <a:endParaRPr lang="en-GB"/>
        </a:p>
      </dgm:t>
    </dgm:pt>
    <dgm:pt modelId="{0D0C8CFE-3DFD-F148-9D12-B4E88A0B83E7}">
      <dgm:prSet phldrT="Description"/>
      <dgm:spPr/>
      <dgm:t>
        <a:bodyPr/>
        <a:lstStyle/>
        <a:p>
          <a:r>
            <a:rPr lang="en-GB" dirty="0"/>
            <a:t>You can integrate and recombine</a:t>
          </a:r>
        </a:p>
      </dgm:t>
    </dgm:pt>
    <dgm:pt modelId="{D4237434-03EF-7944-9045-1EBA8ED7C9F2}" type="parTrans" cxnId="{6112F061-BFCC-3D47-82EC-6E0AD14473A7}">
      <dgm:prSet/>
      <dgm:spPr/>
      <dgm:t>
        <a:bodyPr/>
        <a:lstStyle/>
        <a:p>
          <a:endParaRPr lang="en-GB"/>
        </a:p>
      </dgm:t>
    </dgm:pt>
    <dgm:pt modelId="{5989EE31-3E52-1E48-8643-27E99CB39F81}" type="sibTrans" cxnId="{6112F061-BFCC-3D47-82EC-6E0AD14473A7}">
      <dgm:prSet/>
      <dgm:spPr/>
      <dgm:t>
        <a:bodyPr/>
        <a:lstStyle/>
        <a:p>
          <a:endParaRPr lang="en-GB"/>
        </a:p>
      </dgm:t>
    </dgm:pt>
    <dgm:pt modelId="{D9159B4E-8F42-C545-A836-B8E97506EB8B}">
      <dgm:prSet phldrT="Description"/>
      <dgm:spPr/>
      <dgm:t>
        <a:bodyPr/>
        <a:lstStyle/>
        <a:p>
          <a:r>
            <a:rPr lang="en-GB" dirty="0"/>
            <a:t>Mix and remix as you need</a:t>
          </a:r>
        </a:p>
      </dgm:t>
    </dgm:pt>
    <dgm:pt modelId="{3E80C267-E954-9645-BD37-5A91B8C2C9EB}" type="parTrans" cxnId="{90C0781B-ACEB-7D49-B728-3709E4955F9A}">
      <dgm:prSet/>
      <dgm:spPr/>
      <dgm:t>
        <a:bodyPr/>
        <a:lstStyle/>
        <a:p>
          <a:endParaRPr lang="en-GB"/>
        </a:p>
      </dgm:t>
    </dgm:pt>
    <dgm:pt modelId="{754726DC-B7B3-F846-A0C0-1B62CB2492AC}" type="sibTrans" cxnId="{90C0781B-ACEB-7D49-B728-3709E4955F9A}">
      <dgm:prSet/>
      <dgm:spPr/>
      <dgm:t>
        <a:bodyPr/>
        <a:lstStyle/>
        <a:p>
          <a:endParaRPr lang="en-GB"/>
        </a:p>
      </dgm:t>
    </dgm:pt>
    <dgm:pt modelId="{CC397632-C873-6640-9D1B-2A3DC7972289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GB" dirty="0"/>
            <a:t>Open Weights</a:t>
          </a:r>
        </a:p>
      </dgm:t>
    </dgm:pt>
    <dgm:pt modelId="{B264E95C-953F-CD46-BD48-F7F2F18AAB13}" type="parTrans" cxnId="{499D6D8A-4F16-334F-A81D-49AFF91C67FF}">
      <dgm:prSet/>
      <dgm:spPr/>
      <dgm:t>
        <a:bodyPr/>
        <a:lstStyle/>
        <a:p>
          <a:endParaRPr lang="en-GB"/>
        </a:p>
      </dgm:t>
    </dgm:pt>
    <dgm:pt modelId="{67B078B8-4A8C-914F-8AE3-C973AC74B7D2}" type="sibTrans" cxnId="{499D6D8A-4F16-334F-A81D-49AFF91C67FF}">
      <dgm:prSet/>
      <dgm:spPr/>
      <dgm:t>
        <a:bodyPr/>
        <a:lstStyle/>
        <a:p>
          <a:endParaRPr lang="en-GB"/>
        </a:p>
      </dgm:t>
    </dgm:pt>
    <dgm:pt modelId="{FD492595-6AF3-AC40-9546-2382E857276D}">
      <dgm:prSet phldrT="Description"/>
      <dgm:spPr/>
      <dgm:t>
        <a:bodyPr/>
        <a:lstStyle/>
        <a:p>
          <a:r>
            <a:rPr lang="en-GB" dirty="0"/>
            <a:t>Freedom to change anything</a:t>
          </a:r>
        </a:p>
      </dgm:t>
    </dgm:pt>
    <dgm:pt modelId="{1B7763B8-5905-094C-A45F-CBEDAF6E45F1}" type="parTrans" cxnId="{23678475-0769-804D-B0A1-51443B9794DD}">
      <dgm:prSet/>
      <dgm:spPr/>
      <dgm:t>
        <a:bodyPr/>
        <a:lstStyle/>
        <a:p>
          <a:endParaRPr lang="en-GB"/>
        </a:p>
      </dgm:t>
    </dgm:pt>
    <dgm:pt modelId="{1A350691-AF02-EF4A-A7F7-B3FA0640338E}" type="sibTrans" cxnId="{23678475-0769-804D-B0A1-51443B9794DD}">
      <dgm:prSet/>
      <dgm:spPr/>
      <dgm:t>
        <a:bodyPr/>
        <a:lstStyle/>
        <a:p>
          <a:endParaRPr lang="en-GB"/>
        </a:p>
      </dgm:t>
    </dgm:pt>
    <dgm:pt modelId="{99FE1EF6-AB2C-3F4D-8291-B5D2254927DA}">
      <dgm:prSet phldrT="Description"/>
      <dgm:spPr/>
      <dgm:t>
        <a:bodyPr/>
        <a:lstStyle/>
        <a:p>
          <a:r>
            <a:rPr lang="en-GB" dirty="0"/>
            <a:t>Ideal if available</a:t>
          </a:r>
        </a:p>
      </dgm:t>
    </dgm:pt>
    <dgm:pt modelId="{83159F57-91BC-194E-8A3A-497345D53009}" type="parTrans" cxnId="{EDD7410E-6A62-374B-9549-5A2D9CE87F3C}">
      <dgm:prSet/>
      <dgm:spPr/>
      <dgm:t>
        <a:bodyPr/>
        <a:lstStyle/>
        <a:p>
          <a:endParaRPr lang="en-GB"/>
        </a:p>
      </dgm:t>
    </dgm:pt>
    <dgm:pt modelId="{92F2525C-073E-4743-AF57-7A84BC186DB2}" type="sibTrans" cxnId="{EDD7410E-6A62-374B-9549-5A2D9CE87F3C}">
      <dgm:prSet/>
      <dgm:spPr/>
      <dgm:t>
        <a:bodyPr/>
        <a:lstStyle/>
        <a:p>
          <a:endParaRPr lang="en-GB"/>
        </a:p>
      </dgm:t>
    </dgm:pt>
    <dgm:pt modelId="{96E8EAD6-E784-0A42-A60C-69A50D05D8D3}">
      <dgm:prSet phldrT="Title"/>
      <dgm:spPr/>
      <dgm:t>
        <a:bodyPr/>
        <a:lstStyle/>
        <a:p>
          <a:r>
            <a:rPr lang="en-GB" dirty="0"/>
            <a:t>You can tweak and tinker</a:t>
          </a:r>
        </a:p>
      </dgm:t>
    </dgm:pt>
    <dgm:pt modelId="{B8C94DF0-45A1-CD4C-AE69-B5C74BC94376}" type="parTrans" cxnId="{5797E274-EE32-624B-BC64-5FF8D804893C}">
      <dgm:prSet/>
      <dgm:spPr/>
      <dgm:t>
        <a:bodyPr/>
        <a:lstStyle/>
        <a:p>
          <a:endParaRPr lang="en-GB"/>
        </a:p>
      </dgm:t>
    </dgm:pt>
    <dgm:pt modelId="{D84F4CDF-B500-174D-9EE6-BD08AE11AD6E}" type="sibTrans" cxnId="{5797E274-EE32-624B-BC64-5FF8D804893C}">
      <dgm:prSet/>
      <dgm:spPr/>
      <dgm:t>
        <a:bodyPr/>
        <a:lstStyle/>
        <a:p>
          <a:endParaRPr lang="en-GB"/>
        </a:p>
      </dgm:t>
    </dgm:pt>
    <dgm:pt modelId="{9AE70C0C-FAEB-D84C-97FD-5F21EA7A7E42}">
      <dgm:prSet phldrT="Title"/>
      <dgm:spPr/>
      <dgm:t>
        <a:bodyPr/>
        <a:lstStyle/>
        <a:p>
          <a:r>
            <a:rPr lang="en-GB" dirty="0"/>
            <a:t>Sometimes it's all you need</a:t>
          </a:r>
        </a:p>
      </dgm:t>
    </dgm:pt>
    <dgm:pt modelId="{27528F6B-6D7E-B74D-B96F-26359DB8E73F}" type="parTrans" cxnId="{D5696355-061E-AC40-B069-03FD732E3AFA}">
      <dgm:prSet/>
      <dgm:spPr/>
      <dgm:t>
        <a:bodyPr/>
        <a:lstStyle/>
        <a:p>
          <a:endParaRPr lang="en-GB"/>
        </a:p>
      </dgm:t>
    </dgm:pt>
    <dgm:pt modelId="{935495D7-09DD-9945-9714-F2117477EE1B}" type="sibTrans" cxnId="{D5696355-061E-AC40-B069-03FD732E3AFA}">
      <dgm:prSet/>
      <dgm:spPr/>
      <dgm:t>
        <a:bodyPr/>
        <a:lstStyle/>
        <a:p>
          <a:endParaRPr lang="en-GB"/>
        </a:p>
      </dgm:t>
    </dgm:pt>
    <dgm:pt modelId="{1D928B39-696E-5E42-919F-5CB02A6B7E72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GB"/>
            <a:t>Open </a:t>
          </a:r>
          <a:r>
            <a:rPr lang="en-GB" dirty="0"/>
            <a:t>Source</a:t>
          </a:r>
        </a:p>
      </dgm:t>
    </dgm:pt>
    <dgm:pt modelId="{E8253539-1F97-284C-89C3-A63E0A0A962B}" type="parTrans" cxnId="{BDF1CF39-0E82-064B-8C3B-D0F2F8E9E3DC}">
      <dgm:prSet/>
      <dgm:spPr/>
      <dgm:t>
        <a:bodyPr/>
        <a:lstStyle/>
        <a:p>
          <a:endParaRPr lang="en-GB"/>
        </a:p>
      </dgm:t>
    </dgm:pt>
    <dgm:pt modelId="{359B39AE-27F5-C74F-9BEB-6B08BCD7D070}" type="sibTrans" cxnId="{BDF1CF39-0E82-064B-8C3B-D0F2F8E9E3DC}">
      <dgm:prSet/>
      <dgm:spPr/>
      <dgm:t>
        <a:bodyPr/>
        <a:lstStyle/>
        <a:p>
          <a:endParaRPr lang="en-GB"/>
        </a:p>
      </dgm:t>
    </dgm:pt>
    <dgm:pt modelId="{5272C31C-C994-8745-BB8B-94943B833B86}">
      <dgm:prSet phldrT="Title"/>
      <dgm:spPr/>
      <dgm:t>
        <a:bodyPr/>
        <a:lstStyle/>
        <a:p>
          <a:r>
            <a:rPr lang="en-GB" dirty="0"/>
            <a:t>You get what you get</a:t>
          </a:r>
        </a:p>
      </dgm:t>
    </dgm:pt>
    <dgm:pt modelId="{467537A2-37EB-794A-898D-8E319F6FC136}" type="parTrans" cxnId="{50988DDF-EBAD-B847-AC3B-AD84D0458505}">
      <dgm:prSet/>
      <dgm:spPr/>
      <dgm:t>
        <a:bodyPr/>
        <a:lstStyle/>
        <a:p>
          <a:endParaRPr lang="en-GB"/>
        </a:p>
      </dgm:t>
    </dgm:pt>
    <dgm:pt modelId="{69E87457-C03D-284B-8289-762A58E30FC7}" type="sibTrans" cxnId="{50988DDF-EBAD-B847-AC3B-AD84D0458505}">
      <dgm:prSet/>
      <dgm:spPr/>
      <dgm:t>
        <a:bodyPr/>
        <a:lstStyle/>
        <a:p>
          <a:endParaRPr lang="en-GB"/>
        </a:p>
      </dgm:t>
    </dgm:pt>
    <dgm:pt modelId="{30064E6A-ADC6-FD45-BFD8-AD3627D10CA0}">
      <dgm:prSet phldrT="Title"/>
      <dgm:spPr/>
      <dgm:t>
        <a:bodyPr/>
        <a:lstStyle/>
        <a:p>
          <a:r>
            <a:rPr lang="en-GB" dirty="0"/>
            <a:t>Hard constraint on your optionality</a:t>
          </a:r>
        </a:p>
      </dgm:t>
    </dgm:pt>
    <dgm:pt modelId="{D778DCF7-710D-F741-956B-166596D0DE71}" type="parTrans" cxnId="{E3A17615-38AF-AC45-9E99-E4940CA822BA}">
      <dgm:prSet/>
      <dgm:spPr/>
      <dgm:t>
        <a:bodyPr/>
        <a:lstStyle/>
        <a:p>
          <a:endParaRPr lang="en-GB"/>
        </a:p>
      </dgm:t>
    </dgm:pt>
    <dgm:pt modelId="{F653EE28-E93C-054B-B60A-5CD0EEBC7FB8}" type="sibTrans" cxnId="{E3A17615-38AF-AC45-9E99-E4940CA822BA}">
      <dgm:prSet/>
      <dgm:spPr/>
      <dgm:t>
        <a:bodyPr/>
        <a:lstStyle/>
        <a:p>
          <a:endParaRPr lang="en-GB"/>
        </a:p>
      </dgm:t>
    </dgm:pt>
    <dgm:pt modelId="{A2B53C6C-A4CD-224D-B818-5E85AD9A9F85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GB"/>
            <a:t>Open </a:t>
          </a:r>
          <a:r>
            <a:rPr lang="en-GB" dirty="0"/>
            <a:t>Interfaces</a:t>
          </a:r>
        </a:p>
      </dgm:t>
    </dgm:pt>
    <dgm:pt modelId="{320E0D9E-C8B7-1341-A064-4BE715F0EA5F}" type="parTrans" cxnId="{A7068B83-5272-0D45-B8ED-3F38A4C245AC}">
      <dgm:prSet/>
      <dgm:spPr/>
      <dgm:t>
        <a:bodyPr/>
        <a:lstStyle/>
        <a:p>
          <a:endParaRPr lang="en-GB"/>
        </a:p>
      </dgm:t>
    </dgm:pt>
    <dgm:pt modelId="{2B3395F8-2433-1B4F-9574-E0908E1735D2}" type="sibTrans" cxnId="{A7068B83-5272-0D45-B8ED-3F38A4C245AC}">
      <dgm:prSet/>
      <dgm:spPr/>
      <dgm:t>
        <a:bodyPr/>
        <a:lstStyle/>
        <a:p>
          <a:endParaRPr lang="en-GB"/>
        </a:p>
      </dgm:t>
    </dgm:pt>
    <dgm:pt modelId="{7F05CCB4-B41F-8C44-ABD8-4C3A81D61C66}" type="pres">
      <dgm:prSet presAssocID="{54FB7E02-7F0B-6B4C-B6AB-261D520E3FB2}" presName="root" presStyleCnt="0">
        <dgm:presLayoutVars>
          <dgm:dir/>
          <dgm:resizeHandles val="exact"/>
        </dgm:presLayoutVars>
      </dgm:prSet>
      <dgm:spPr/>
    </dgm:pt>
    <dgm:pt modelId="{5704A2CB-E23E-0E42-8754-B4F494305657}" type="pres">
      <dgm:prSet presAssocID="{54FB7E02-7F0B-6B4C-B6AB-261D520E3FB2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419A5598-3698-E641-8F25-967D70D2954E}" type="pres">
      <dgm:prSet presAssocID="{54FB7E02-7F0B-6B4C-B6AB-261D520E3FB2}" presName="itemsFlow" presStyleCnt="0"/>
      <dgm:spPr/>
    </dgm:pt>
    <dgm:pt modelId="{613C3623-67B6-9846-99EE-661EEE315047}" type="pres">
      <dgm:prSet presAssocID="{FCA48B81-B82D-5F47-8CCE-F91878BA6408}" presName="item" presStyleCnt="0"/>
      <dgm:spPr/>
    </dgm:pt>
    <dgm:pt modelId="{2C2CDF29-FDE4-DC4F-A415-43C959618672}" type="pres">
      <dgm:prSet presAssocID="{FCA48B81-B82D-5F47-8CCE-F91878BA6408}" presName="anchor" presStyleCnt="0"/>
      <dgm:spPr/>
    </dgm:pt>
    <dgm:pt modelId="{6EC4E4EA-3BE3-B241-95F6-72A96DA17BC9}" type="pres">
      <dgm:prSet presAssocID="{FCA48B81-B82D-5F47-8CCE-F91878BA6408}" presName="titleText" presStyleLbl="revTx" presStyleIdx="0" presStyleCnt="0">
        <dgm:presLayoutVars>
          <dgm:chMax val="0"/>
          <dgm:chPref val="0"/>
        </dgm:presLayoutVars>
      </dgm:prSet>
      <dgm:spPr/>
    </dgm:pt>
    <dgm:pt modelId="{EA387B10-CE86-4642-B40A-F1B3A204E573}" type="pres">
      <dgm:prSet presAssocID="{FCA48B81-B82D-5F47-8CCE-F91878BA6408}" presName="dot" presStyleLbl="node1" presStyleIdx="0" presStyleCnt="4"/>
      <dgm:spPr/>
    </dgm:pt>
    <dgm:pt modelId="{4EAE9A8F-51ED-4348-9C3D-8BE492D30081}" type="pres">
      <dgm:prSet presAssocID="{FCA48B81-B82D-5F47-8CCE-F91878BA6408}" presName="descText" presStyleLbl="revTx" presStyleIdx="0" presStyleCnt="0">
        <dgm:presLayoutVars>
          <dgm:chMax val="0"/>
          <dgm:chPref val="0"/>
        </dgm:presLayoutVars>
      </dgm:prSet>
      <dgm:spPr/>
    </dgm:pt>
    <dgm:pt modelId="{0C3A6173-4540-A84D-BBEF-0794EFFF1816}" type="pres">
      <dgm:prSet presAssocID="{1D1EC08F-A310-654A-B7FD-9D48EC5838CE}" presName="spacer" presStyleCnt="0"/>
      <dgm:spPr/>
    </dgm:pt>
    <dgm:pt modelId="{B5CB435E-3EBD-474E-876D-A9A39B467CF4}" type="pres">
      <dgm:prSet presAssocID="{A2B53C6C-A4CD-224D-B818-5E85AD9A9F85}" presName="item" presStyleCnt="0"/>
      <dgm:spPr/>
    </dgm:pt>
    <dgm:pt modelId="{30123C7A-04E0-4A48-82E8-DAF37D9F20C9}" type="pres">
      <dgm:prSet presAssocID="{A2B53C6C-A4CD-224D-B818-5E85AD9A9F85}" presName="anchor" presStyleCnt="0"/>
      <dgm:spPr/>
    </dgm:pt>
    <dgm:pt modelId="{D4344FD5-7B43-C444-8694-4F5EF71F997B}" type="pres">
      <dgm:prSet presAssocID="{A2B53C6C-A4CD-224D-B818-5E85AD9A9F85}" presName="titleText" presStyleLbl="revTx" presStyleIdx="0" presStyleCnt="0">
        <dgm:presLayoutVars>
          <dgm:chMax val="0"/>
          <dgm:chPref val="0"/>
        </dgm:presLayoutVars>
      </dgm:prSet>
      <dgm:spPr/>
    </dgm:pt>
    <dgm:pt modelId="{1B3B5306-566F-5A45-A5E9-BE5D4FF79548}" type="pres">
      <dgm:prSet presAssocID="{A2B53C6C-A4CD-224D-B818-5E85AD9A9F85}" presName="dot" presStyleLbl="node1" presStyleIdx="1" presStyleCnt="4"/>
      <dgm:spPr/>
    </dgm:pt>
    <dgm:pt modelId="{CC9B562A-C950-6546-BEE8-E8AA2DD74AF1}" type="pres">
      <dgm:prSet presAssocID="{A2B53C6C-A4CD-224D-B818-5E85AD9A9F85}" presName="descText" presStyleLbl="revTx" presStyleIdx="0" presStyleCnt="0">
        <dgm:presLayoutVars>
          <dgm:chMax val="0"/>
          <dgm:chPref val="0"/>
        </dgm:presLayoutVars>
      </dgm:prSet>
      <dgm:spPr/>
    </dgm:pt>
    <dgm:pt modelId="{1A55E216-3412-164B-9C0E-C0B48DD10733}" type="pres">
      <dgm:prSet presAssocID="{2B3395F8-2433-1B4F-9574-E0908E1735D2}" presName="spacer" presStyleCnt="0"/>
      <dgm:spPr/>
    </dgm:pt>
    <dgm:pt modelId="{9380E158-B40F-E74B-8848-31C2FC4B7875}" type="pres">
      <dgm:prSet presAssocID="{CC397632-C873-6640-9D1B-2A3DC7972289}" presName="item" presStyleCnt="0"/>
      <dgm:spPr/>
    </dgm:pt>
    <dgm:pt modelId="{E3146315-B947-304B-8F24-E3BDE5ECB5FC}" type="pres">
      <dgm:prSet presAssocID="{CC397632-C873-6640-9D1B-2A3DC7972289}" presName="anchor" presStyleCnt="0"/>
      <dgm:spPr/>
    </dgm:pt>
    <dgm:pt modelId="{F1805F63-3006-4244-B645-7E9C8D8C4429}" type="pres">
      <dgm:prSet presAssocID="{CC397632-C873-6640-9D1B-2A3DC7972289}" presName="titleText" presStyleLbl="revTx" presStyleIdx="0" presStyleCnt="0">
        <dgm:presLayoutVars>
          <dgm:chMax val="0"/>
          <dgm:chPref val="0"/>
        </dgm:presLayoutVars>
      </dgm:prSet>
      <dgm:spPr/>
    </dgm:pt>
    <dgm:pt modelId="{34C6DBCF-013C-A049-9B36-F3539FEE2E49}" type="pres">
      <dgm:prSet presAssocID="{CC397632-C873-6640-9D1B-2A3DC7972289}" presName="dot" presStyleLbl="node1" presStyleIdx="2" presStyleCnt="4"/>
      <dgm:spPr/>
    </dgm:pt>
    <dgm:pt modelId="{07CA304C-7D14-DE4A-B260-2D334ECDD4D0}" type="pres">
      <dgm:prSet presAssocID="{CC397632-C873-6640-9D1B-2A3DC7972289}" presName="descText" presStyleLbl="revTx" presStyleIdx="0" presStyleCnt="0">
        <dgm:presLayoutVars>
          <dgm:chMax val="0"/>
          <dgm:chPref val="0"/>
        </dgm:presLayoutVars>
      </dgm:prSet>
      <dgm:spPr/>
    </dgm:pt>
    <dgm:pt modelId="{4292AB0F-6299-5340-BAF5-3A146E367D53}" type="pres">
      <dgm:prSet presAssocID="{67B078B8-4A8C-914F-8AE3-C973AC74B7D2}" presName="spacer" presStyleCnt="0"/>
      <dgm:spPr/>
    </dgm:pt>
    <dgm:pt modelId="{D6323301-2A02-514A-A837-F4EE4B4F1630}" type="pres">
      <dgm:prSet presAssocID="{1D928B39-696E-5E42-919F-5CB02A6B7E72}" presName="item" presStyleCnt="0"/>
      <dgm:spPr/>
    </dgm:pt>
    <dgm:pt modelId="{E41EB0CB-6AE5-7047-B634-55E362502E46}" type="pres">
      <dgm:prSet presAssocID="{1D928B39-696E-5E42-919F-5CB02A6B7E72}" presName="anchor" presStyleCnt="0"/>
      <dgm:spPr/>
    </dgm:pt>
    <dgm:pt modelId="{6DD1A0B4-F3B3-5C4D-B9AA-113CB158B5F3}" type="pres">
      <dgm:prSet presAssocID="{1D928B39-696E-5E42-919F-5CB02A6B7E72}" presName="titleText" presStyleLbl="revTx" presStyleIdx="0" presStyleCnt="0">
        <dgm:presLayoutVars>
          <dgm:chMax val="0"/>
          <dgm:chPref val="0"/>
        </dgm:presLayoutVars>
      </dgm:prSet>
      <dgm:spPr/>
    </dgm:pt>
    <dgm:pt modelId="{EE095B2E-B648-9B43-99A7-2F5D54B4BB4C}" type="pres">
      <dgm:prSet presAssocID="{1D928B39-696E-5E42-919F-5CB02A6B7E72}" presName="dot" presStyleLbl="node1" presStyleIdx="3" presStyleCnt="4"/>
      <dgm:spPr/>
    </dgm:pt>
    <dgm:pt modelId="{73B897AB-ED51-4A40-AB23-B12AD974DA7C}" type="pres">
      <dgm:prSet presAssocID="{1D928B39-696E-5E42-919F-5CB02A6B7E72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036E9D03-FF9B-B04A-8AAF-514AFE853BAC}" type="presOf" srcId="{54FB7E02-7F0B-6B4C-B6AB-261D520E3FB2}" destId="{7F05CCB4-B41F-8C44-ABD8-4C3A81D61C66}" srcOrd="0" destOrd="0" presId="urn:microsoft.com/office/officeart/2026/layout/SmallDotsHorizontal"/>
    <dgm:cxn modelId="{EDD7410E-6A62-374B-9549-5A2D9CE87F3C}" srcId="{1D928B39-696E-5E42-919F-5CB02A6B7E72}" destId="{99FE1EF6-AB2C-3F4D-8291-B5D2254927DA}" srcOrd="1" destOrd="0" parTransId="{83159F57-91BC-194E-8A3A-497345D53009}" sibTransId="{92F2525C-073E-4743-AF57-7A84BC186DB2}"/>
    <dgm:cxn modelId="{E3A17615-38AF-AC45-9E99-E4940CA822BA}" srcId="{FCA48B81-B82D-5F47-8CCE-F91878BA6408}" destId="{30064E6A-ADC6-FD45-BFD8-AD3627D10CA0}" srcOrd="1" destOrd="0" parTransId="{D778DCF7-710D-F741-956B-166596D0DE71}" sibTransId="{F653EE28-E93C-054B-B60A-5CD0EEBC7FB8}"/>
    <dgm:cxn modelId="{90C0781B-ACEB-7D49-B728-3709E4955F9A}" srcId="{A2B53C6C-A4CD-224D-B818-5E85AD9A9F85}" destId="{D9159B4E-8F42-C545-A836-B8E97506EB8B}" srcOrd="1" destOrd="0" parTransId="{3E80C267-E954-9645-BD37-5A91B8C2C9EB}" sibTransId="{754726DC-B7B3-F846-A0C0-1B62CB2492AC}"/>
    <dgm:cxn modelId="{1729411F-5D07-ED43-BA13-1427EB6058F7}" type="presOf" srcId="{96E8EAD6-E784-0A42-A60C-69A50D05D8D3}" destId="{07CA304C-7D14-DE4A-B260-2D334ECDD4D0}" srcOrd="0" destOrd="0" presId="urn:microsoft.com/office/officeart/2026/layout/SmallDotsHorizontal"/>
    <dgm:cxn modelId="{1713112B-ACD5-EB47-B0AF-2EF3D4E54C24}" type="presOf" srcId="{1D928B39-696E-5E42-919F-5CB02A6B7E72}" destId="{6DD1A0B4-F3B3-5C4D-B9AA-113CB158B5F3}" srcOrd="0" destOrd="0" presId="urn:microsoft.com/office/officeart/2026/layout/SmallDotsHorizontal"/>
    <dgm:cxn modelId="{BDF1CF39-0E82-064B-8C3B-D0F2F8E9E3DC}" srcId="{54FB7E02-7F0B-6B4C-B6AB-261D520E3FB2}" destId="{1D928B39-696E-5E42-919F-5CB02A6B7E72}" srcOrd="3" destOrd="0" parTransId="{E8253539-1F97-284C-89C3-A63E0A0A962B}" sibTransId="{359B39AE-27F5-C74F-9BEB-6B08BCD7D070}"/>
    <dgm:cxn modelId="{141D6850-CBFC-A144-99AA-9B4D34400AEE}" type="presOf" srcId="{FCA48B81-B82D-5F47-8CCE-F91878BA6408}" destId="{6EC4E4EA-3BE3-B241-95F6-72A96DA17BC9}" srcOrd="0" destOrd="0" presId="urn:microsoft.com/office/officeart/2026/layout/SmallDotsHorizontal"/>
    <dgm:cxn modelId="{D5696355-061E-AC40-B069-03FD732E3AFA}" srcId="{CC397632-C873-6640-9D1B-2A3DC7972289}" destId="{9AE70C0C-FAEB-D84C-97FD-5F21EA7A7E42}" srcOrd="1" destOrd="0" parTransId="{27528F6B-6D7E-B74D-B96F-26359DB8E73F}" sibTransId="{935495D7-09DD-9945-9714-F2117477EE1B}"/>
    <dgm:cxn modelId="{6112F061-BFCC-3D47-82EC-6E0AD14473A7}" srcId="{A2B53C6C-A4CD-224D-B818-5E85AD9A9F85}" destId="{0D0C8CFE-3DFD-F148-9D12-B4E88A0B83E7}" srcOrd="0" destOrd="0" parTransId="{D4237434-03EF-7944-9045-1EBA8ED7C9F2}" sibTransId="{5989EE31-3E52-1E48-8643-27E99CB39F81}"/>
    <dgm:cxn modelId="{A6B87A70-145B-484C-BE94-E5408A7B4AE3}" type="presOf" srcId="{9AE70C0C-FAEB-D84C-97FD-5F21EA7A7E42}" destId="{07CA304C-7D14-DE4A-B260-2D334ECDD4D0}" srcOrd="0" destOrd="1" presId="urn:microsoft.com/office/officeart/2026/layout/SmallDotsHorizontal"/>
    <dgm:cxn modelId="{5797E274-EE32-624B-BC64-5FF8D804893C}" srcId="{CC397632-C873-6640-9D1B-2A3DC7972289}" destId="{96E8EAD6-E784-0A42-A60C-69A50D05D8D3}" srcOrd="0" destOrd="0" parTransId="{B8C94DF0-45A1-CD4C-AE69-B5C74BC94376}" sibTransId="{D84F4CDF-B500-174D-9EE6-BD08AE11AD6E}"/>
    <dgm:cxn modelId="{23678475-0769-804D-B0A1-51443B9794DD}" srcId="{1D928B39-696E-5E42-919F-5CB02A6B7E72}" destId="{FD492595-6AF3-AC40-9546-2382E857276D}" srcOrd="0" destOrd="0" parTransId="{1B7763B8-5905-094C-A45F-CBEDAF6E45F1}" sibTransId="{1A350691-AF02-EF4A-A7F7-B3FA0640338E}"/>
    <dgm:cxn modelId="{A7068B83-5272-0D45-B8ED-3F38A4C245AC}" srcId="{54FB7E02-7F0B-6B4C-B6AB-261D520E3FB2}" destId="{A2B53C6C-A4CD-224D-B818-5E85AD9A9F85}" srcOrd="1" destOrd="0" parTransId="{320E0D9E-C8B7-1341-A064-4BE715F0EA5F}" sibTransId="{2B3395F8-2433-1B4F-9574-E0908E1735D2}"/>
    <dgm:cxn modelId="{499D6D8A-4F16-334F-A81D-49AFF91C67FF}" srcId="{54FB7E02-7F0B-6B4C-B6AB-261D520E3FB2}" destId="{CC397632-C873-6640-9D1B-2A3DC7972289}" srcOrd="2" destOrd="0" parTransId="{B264E95C-953F-CD46-BD48-F7F2F18AAB13}" sibTransId="{67B078B8-4A8C-914F-8AE3-C973AC74B7D2}"/>
    <dgm:cxn modelId="{1F00B595-571A-6F44-B2C8-3446D0932555}" type="presOf" srcId="{30064E6A-ADC6-FD45-BFD8-AD3627D10CA0}" destId="{4EAE9A8F-51ED-4348-9C3D-8BE492D30081}" srcOrd="0" destOrd="1" presId="urn:microsoft.com/office/officeart/2026/layout/SmallDotsHorizontal"/>
    <dgm:cxn modelId="{7A096798-AC5E-F14C-82A4-F3BD5FACB554}" type="presOf" srcId="{5272C31C-C994-8745-BB8B-94943B833B86}" destId="{4EAE9A8F-51ED-4348-9C3D-8BE492D30081}" srcOrd="0" destOrd="0" presId="urn:microsoft.com/office/officeart/2026/layout/SmallDotsHorizontal"/>
    <dgm:cxn modelId="{561861C8-07C0-BC43-8BC3-A5881C0EB3E9}" type="presOf" srcId="{0D0C8CFE-3DFD-F148-9D12-B4E88A0B83E7}" destId="{CC9B562A-C950-6546-BEE8-E8AA2DD74AF1}" srcOrd="0" destOrd="0" presId="urn:microsoft.com/office/officeart/2026/layout/SmallDotsHorizontal"/>
    <dgm:cxn modelId="{D0162ED5-8356-3940-A546-CF82D9715D96}" type="presOf" srcId="{CC397632-C873-6640-9D1B-2A3DC7972289}" destId="{F1805F63-3006-4244-B645-7E9C8D8C4429}" srcOrd="0" destOrd="0" presId="urn:microsoft.com/office/officeart/2026/layout/SmallDotsHorizontal"/>
    <dgm:cxn modelId="{1A86CAD5-D406-9A48-9674-F618E2550B7F}" srcId="{54FB7E02-7F0B-6B4C-B6AB-261D520E3FB2}" destId="{FCA48B81-B82D-5F47-8CCE-F91878BA6408}" srcOrd="0" destOrd="0" parTransId="{7CA4139D-C10D-E04E-BC3C-7F425CC1E771}" sibTransId="{1D1EC08F-A310-654A-B7FD-9D48EC5838CE}"/>
    <dgm:cxn modelId="{50988DDF-EBAD-B847-AC3B-AD84D0458505}" srcId="{FCA48B81-B82D-5F47-8CCE-F91878BA6408}" destId="{5272C31C-C994-8745-BB8B-94943B833B86}" srcOrd="0" destOrd="0" parTransId="{467537A2-37EB-794A-898D-8E319F6FC136}" sibTransId="{69E87457-C03D-284B-8289-762A58E30FC7}"/>
    <dgm:cxn modelId="{7608EAE2-4E46-D447-A73E-D26DE40EF244}" type="presOf" srcId="{99FE1EF6-AB2C-3F4D-8291-B5D2254927DA}" destId="{73B897AB-ED51-4A40-AB23-B12AD974DA7C}" srcOrd="0" destOrd="1" presId="urn:microsoft.com/office/officeart/2026/layout/SmallDotsHorizontal"/>
    <dgm:cxn modelId="{1C0271EE-D1AC-7B47-9CBB-DC38FA40F9E0}" type="presOf" srcId="{FD492595-6AF3-AC40-9546-2382E857276D}" destId="{73B897AB-ED51-4A40-AB23-B12AD974DA7C}" srcOrd="0" destOrd="0" presId="urn:microsoft.com/office/officeart/2026/layout/SmallDotsHorizontal"/>
    <dgm:cxn modelId="{6BC394F1-4116-CB4E-8638-796FD1C93431}" type="presOf" srcId="{A2B53C6C-A4CD-224D-B818-5E85AD9A9F85}" destId="{D4344FD5-7B43-C444-8694-4F5EF71F997B}" srcOrd="0" destOrd="0" presId="urn:microsoft.com/office/officeart/2026/layout/SmallDotsHorizontal"/>
    <dgm:cxn modelId="{836F97F8-D12B-8A47-916F-CF711386DB08}" type="presOf" srcId="{D9159B4E-8F42-C545-A836-B8E97506EB8B}" destId="{CC9B562A-C950-6546-BEE8-E8AA2DD74AF1}" srcOrd="0" destOrd="1" presId="urn:microsoft.com/office/officeart/2026/layout/SmallDotsHorizontal"/>
    <dgm:cxn modelId="{0F8A65DF-D694-424A-B436-1A87FFD7A06E}" type="presParOf" srcId="{7F05CCB4-B41F-8C44-ABD8-4C3A81D61C66}" destId="{5704A2CB-E23E-0E42-8754-B4F494305657}" srcOrd="0" destOrd="0" presId="urn:microsoft.com/office/officeart/2026/layout/SmallDotsHorizontal"/>
    <dgm:cxn modelId="{1E43420F-F6F9-274F-82B8-B5F60D90BA32}" type="presParOf" srcId="{7F05CCB4-B41F-8C44-ABD8-4C3A81D61C66}" destId="{419A5598-3698-E641-8F25-967D70D2954E}" srcOrd="1" destOrd="0" presId="urn:microsoft.com/office/officeart/2026/layout/SmallDotsHorizontal"/>
    <dgm:cxn modelId="{F7F84340-6299-3D4C-9A9F-0BF55A034080}" type="presParOf" srcId="{419A5598-3698-E641-8F25-967D70D2954E}" destId="{613C3623-67B6-9846-99EE-661EEE315047}" srcOrd="0" destOrd="0" presId="urn:microsoft.com/office/officeart/2026/layout/SmallDotsHorizontal"/>
    <dgm:cxn modelId="{AC313D69-25EA-564D-9F7F-19E6F8A755F0}" type="presParOf" srcId="{613C3623-67B6-9846-99EE-661EEE315047}" destId="{2C2CDF29-FDE4-DC4F-A415-43C959618672}" srcOrd="0" destOrd="0" presId="urn:microsoft.com/office/officeart/2026/layout/SmallDotsHorizontal"/>
    <dgm:cxn modelId="{72BDB8E0-B19F-E04A-853A-0737298856C1}" type="presParOf" srcId="{613C3623-67B6-9846-99EE-661EEE315047}" destId="{6EC4E4EA-3BE3-B241-95F6-72A96DA17BC9}" srcOrd="1" destOrd="0" presId="urn:microsoft.com/office/officeart/2026/layout/SmallDotsHorizontal"/>
    <dgm:cxn modelId="{A3C85915-29E5-B34F-B5DB-3BB6A534792D}" type="presParOf" srcId="{613C3623-67B6-9846-99EE-661EEE315047}" destId="{EA387B10-CE86-4642-B40A-F1B3A204E573}" srcOrd="2" destOrd="0" presId="urn:microsoft.com/office/officeart/2026/layout/SmallDotsHorizontal"/>
    <dgm:cxn modelId="{A9F6A106-6E31-4E4D-B926-0012A3B9B86A}" type="presParOf" srcId="{613C3623-67B6-9846-99EE-661EEE315047}" destId="{4EAE9A8F-51ED-4348-9C3D-8BE492D30081}" srcOrd="3" destOrd="0" presId="urn:microsoft.com/office/officeart/2026/layout/SmallDotsHorizontal"/>
    <dgm:cxn modelId="{7873A090-BCB5-A144-A0E7-3571F8256E33}" type="presParOf" srcId="{419A5598-3698-E641-8F25-967D70D2954E}" destId="{0C3A6173-4540-A84D-BBEF-0794EFFF1816}" srcOrd="1" destOrd="0" presId="urn:microsoft.com/office/officeart/2026/layout/SmallDotsHorizontal"/>
    <dgm:cxn modelId="{BA7C9A3A-F8FA-CD47-BF1F-25740BDB7460}" type="presParOf" srcId="{419A5598-3698-E641-8F25-967D70D2954E}" destId="{B5CB435E-3EBD-474E-876D-A9A39B467CF4}" srcOrd="2" destOrd="0" presId="urn:microsoft.com/office/officeart/2026/layout/SmallDotsHorizontal"/>
    <dgm:cxn modelId="{224CB1FD-9ED4-B141-8B39-7E982AF510F7}" type="presParOf" srcId="{B5CB435E-3EBD-474E-876D-A9A39B467CF4}" destId="{30123C7A-04E0-4A48-82E8-DAF37D9F20C9}" srcOrd="0" destOrd="0" presId="urn:microsoft.com/office/officeart/2026/layout/SmallDotsHorizontal"/>
    <dgm:cxn modelId="{550AC9C1-6B83-D04B-BD04-5AFC4D16BBDD}" type="presParOf" srcId="{B5CB435E-3EBD-474E-876D-A9A39B467CF4}" destId="{D4344FD5-7B43-C444-8694-4F5EF71F997B}" srcOrd="1" destOrd="0" presId="urn:microsoft.com/office/officeart/2026/layout/SmallDotsHorizontal"/>
    <dgm:cxn modelId="{C3AF6BE2-DD07-3A48-A36B-EB46A1D297F9}" type="presParOf" srcId="{B5CB435E-3EBD-474E-876D-A9A39B467CF4}" destId="{1B3B5306-566F-5A45-A5E9-BE5D4FF79548}" srcOrd="2" destOrd="0" presId="urn:microsoft.com/office/officeart/2026/layout/SmallDotsHorizontal"/>
    <dgm:cxn modelId="{4D33FF1E-2414-D541-8EA4-D178623E4773}" type="presParOf" srcId="{B5CB435E-3EBD-474E-876D-A9A39B467CF4}" destId="{CC9B562A-C950-6546-BEE8-E8AA2DD74AF1}" srcOrd="3" destOrd="0" presId="urn:microsoft.com/office/officeart/2026/layout/SmallDotsHorizontal"/>
    <dgm:cxn modelId="{A0FD5D4D-22EA-B04C-9278-C4070F0BBE5E}" type="presParOf" srcId="{419A5598-3698-E641-8F25-967D70D2954E}" destId="{1A55E216-3412-164B-9C0E-C0B48DD10733}" srcOrd="3" destOrd="0" presId="urn:microsoft.com/office/officeart/2026/layout/SmallDotsHorizontal"/>
    <dgm:cxn modelId="{1314CDD7-CBC8-AB4D-9B9D-A0FD531E69A2}" type="presParOf" srcId="{419A5598-3698-E641-8F25-967D70D2954E}" destId="{9380E158-B40F-E74B-8848-31C2FC4B7875}" srcOrd="4" destOrd="0" presId="urn:microsoft.com/office/officeart/2026/layout/SmallDotsHorizontal"/>
    <dgm:cxn modelId="{F48571C4-E2EA-AA4F-A6F4-4180D4892A23}" type="presParOf" srcId="{9380E158-B40F-E74B-8848-31C2FC4B7875}" destId="{E3146315-B947-304B-8F24-E3BDE5ECB5FC}" srcOrd="0" destOrd="0" presId="urn:microsoft.com/office/officeart/2026/layout/SmallDotsHorizontal"/>
    <dgm:cxn modelId="{F48BC61C-74D3-F141-BAB2-7F633C0F8CDF}" type="presParOf" srcId="{9380E158-B40F-E74B-8848-31C2FC4B7875}" destId="{F1805F63-3006-4244-B645-7E9C8D8C4429}" srcOrd="1" destOrd="0" presId="urn:microsoft.com/office/officeart/2026/layout/SmallDotsHorizontal"/>
    <dgm:cxn modelId="{D0C9F11C-ED56-1446-A631-0C47FD61504A}" type="presParOf" srcId="{9380E158-B40F-E74B-8848-31C2FC4B7875}" destId="{34C6DBCF-013C-A049-9B36-F3539FEE2E49}" srcOrd="2" destOrd="0" presId="urn:microsoft.com/office/officeart/2026/layout/SmallDotsHorizontal"/>
    <dgm:cxn modelId="{39DF0E35-D639-0B42-BAAF-9B5BB59F0BCA}" type="presParOf" srcId="{9380E158-B40F-E74B-8848-31C2FC4B7875}" destId="{07CA304C-7D14-DE4A-B260-2D334ECDD4D0}" srcOrd="3" destOrd="0" presId="urn:microsoft.com/office/officeart/2026/layout/SmallDotsHorizontal"/>
    <dgm:cxn modelId="{F1B92C6A-AF61-0343-9DE2-93E6E5DF6866}" type="presParOf" srcId="{419A5598-3698-E641-8F25-967D70D2954E}" destId="{4292AB0F-6299-5340-BAF5-3A146E367D53}" srcOrd="5" destOrd="0" presId="urn:microsoft.com/office/officeart/2026/layout/SmallDotsHorizontal"/>
    <dgm:cxn modelId="{98EFDDD6-004F-CD4B-B3B8-CD94CB9B4788}" type="presParOf" srcId="{419A5598-3698-E641-8F25-967D70D2954E}" destId="{D6323301-2A02-514A-A837-F4EE4B4F1630}" srcOrd="6" destOrd="0" presId="urn:microsoft.com/office/officeart/2026/layout/SmallDotsHorizontal"/>
    <dgm:cxn modelId="{D8B61BD5-912F-D44C-8A2F-AA6B99F5F187}" type="presParOf" srcId="{D6323301-2A02-514A-A837-F4EE4B4F1630}" destId="{E41EB0CB-6AE5-7047-B634-55E362502E46}" srcOrd="0" destOrd="0" presId="urn:microsoft.com/office/officeart/2026/layout/SmallDotsHorizontal"/>
    <dgm:cxn modelId="{8777FE5D-34A3-FC40-8E2D-7B27986E756B}" type="presParOf" srcId="{D6323301-2A02-514A-A837-F4EE4B4F1630}" destId="{6DD1A0B4-F3B3-5C4D-B9AA-113CB158B5F3}" srcOrd="1" destOrd="0" presId="urn:microsoft.com/office/officeart/2026/layout/SmallDotsHorizontal"/>
    <dgm:cxn modelId="{F3B94C64-BE43-C246-A2BB-5BC1C998FA0D}" type="presParOf" srcId="{D6323301-2A02-514A-A837-F4EE4B4F1630}" destId="{EE095B2E-B648-9B43-99A7-2F5D54B4BB4C}" srcOrd="2" destOrd="0" presId="urn:microsoft.com/office/officeart/2026/layout/SmallDotsHorizontal"/>
    <dgm:cxn modelId="{B517927A-B1FC-624F-9A55-FFCCD94A2379}" type="presParOf" srcId="{D6323301-2A02-514A-A837-F4EE4B4F1630}" destId="{73B897AB-ED51-4A40-AB23-B12AD974DA7C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4A2CB-E23E-0E42-8754-B4F494305657}">
      <dsp:nvSpPr>
        <dsp:cNvPr id="0" name=""/>
        <dsp:cNvSpPr/>
      </dsp:nvSpPr>
      <dsp:spPr>
        <a:xfrm>
          <a:off x="162560" y="2592832"/>
          <a:ext cx="7802880" cy="1625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4E4EA-3BE3-B241-95F6-72A96DA17BC9}">
      <dsp:nvSpPr>
        <dsp:cNvPr id="0" name=""/>
        <dsp:cNvSpPr/>
      </dsp:nvSpPr>
      <dsp:spPr>
        <a:xfrm>
          <a:off x="166465" y="531029"/>
          <a:ext cx="1878330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GB" sz="2800" kern="1200"/>
            <a:t>Closed Product</a:t>
          </a:r>
          <a:endParaRPr lang="en-GB" sz="2800" kern="1200" dirty="0"/>
        </a:p>
      </dsp:txBody>
      <dsp:txXfrm>
        <a:off x="166465" y="531029"/>
        <a:ext cx="1878330" cy="1658112"/>
      </dsp:txXfrm>
    </dsp:sp>
    <dsp:sp modelId="{EA387B10-CE86-4642-B40A-F1B3A204E573}">
      <dsp:nvSpPr>
        <dsp:cNvPr id="0" name=""/>
        <dsp:cNvSpPr/>
      </dsp:nvSpPr>
      <dsp:spPr>
        <a:xfrm>
          <a:off x="1008094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E9A8F-51ED-4348-9C3D-8BE492D30081}">
      <dsp:nvSpPr>
        <dsp:cNvPr id="0" name=""/>
        <dsp:cNvSpPr/>
      </dsp:nvSpPr>
      <dsp:spPr>
        <a:xfrm>
          <a:off x="166465" y="3018197"/>
          <a:ext cx="1878330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You get what you get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Hard constraint on your optionality</a:t>
          </a:r>
        </a:p>
      </dsp:txBody>
      <dsp:txXfrm>
        <a:off x="166465" y="3018197"/>
        <a:ext cx="1878330" cy="2400469"/>
      </dsp:txXfrm>
    </dsp:sp>
    <dsp:sp modelId="{D4344FD5-7B43-C444-8694-4F5EF71F997B}">
      <dsp:nvSpPr>
        <dsp:cNvPr id="0" name=""/>
        <dsp:cNvSpPr/>
      </dsp:nvSpPr>
      <dsp:spPr>
        <a:xfrm>
          <a:off x="2138711" y="531029"/>
          <a:ext cx="1878330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GB" sz="2800" kern="1200"/>
            <a:t>Open </a:t>
          </a:r>
          <a:r>
            <a:rPr lang="en-GB" sz="2800" kern="1200" dirty="0"/>
            <a:t>Interfaces</a:t>
          </a:r>
        </a:p>
      </dsp:txBody>
      <dsp:txXfrm>
        <a:off x="2138711" y="531029"/>
        <a:ext cx="1878330" cy="1658112"/>
      </dsp:txXfrm>
    </dsp:sp>
    <dsp:sp modelId="{1B3B5306-566F-5A45-A5E9-BE5D4FF79548}">
      <dsp:nvSpPr>
        <dsp:cNvPr id="0" name=""/>
        <dsp:cNvSpPr/>
      </dsp:nvSpPr>
      <dsp:spPr>
        <a:xfrm>
          <a:off x="2980340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B562A-C950-6546-BEE8-E8AA2DD74AF1}">
      <dsp:nvSpPr>
        <dsp:cNvPr id="0" name=""/>
        <dsp:cNvSpPr/>
      </dsp:nvSpPr>
      <dsp:spPr>
        <a:xfrm>
          <a:off x="2138711" y="3018197"/>
          <a:ext cx="1878330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You can integrate and recombine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Mix and remix as you need</a:t>
          </a:r>
        </a:p>
      </dsp:txBody>
      <dsp:txXfrm>
        <a:off x="2138711" y="3018197"/>
        <a:ext cx="1878330" cy="2400469"/>
      </dsp:txXfrm>
    </dsp:sp>
    <dsp:sp modelId="{F1805F63-3006-4244-B645-7E9C8D8C4429}">
      <dsp:nvSpPr>
        <dsp:cNvPr id="0" name=""/>
        <dsp:cNvSpPr/>
      </dsp:nvSpPr>
      <dsp:spPr>
        <a:xfrm>
          <a:off x="4110958" y="531029"/>
          <a:ext cx="1878330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GB" sz="2800" kern="1200" dirty="0"/>
            <a:t>Open Weights</a:t>
          </a:r>
        </a:p>
      </dsp:txBody>
      <dsp:txXfrm>
        <a:off x="4110958" y="531029"/>
        <a:ext cx="1878330" cy="1658112"/>
      </dsp:txXfrm>
    </dsp:sp>
    <dsp:sp modelId="{34C6DBCF-013C-A049-9B36-F3539FEE2E49}">
      <dsp:nvSpPr>
        <dsp:cNvPr id="0" name=""/>
        <dsp:cNvSpPr/>
      </dsp:nvSpPr>
      <dsp:spPr>
        <a:xfrm>
          <a:off x="4952587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A304C-7D14-DE4A-B260-2D334ECDD4D0}">
      <dsp:nvSpPr>
        <dsp:cNvPr id="0" name=""/>
        <dsp:cNvSpPr/>
      </dsp:nvSpPr>
      <dsp:spPr>
        <a:xfrm>
          <a:off x="4110958" y="3018197"/>
          <a:ext cx="1878330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You can tweak and tinker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Sometimes it's all you need</a:t>
          </a:r>
        </a:p>
      </dsp:txBody>
      <dsp:txXfrm>
        <a:off x="4110958" y="3018197"/>
        <a:ext cx="1878330" cy="2400469"/>
      </dsp:txXfrm>
    </dsp:sp>
    <dsp:sp modelId="{6DD1A0B4-F3B3-5C4D-B9AA-113CB158B5F3}">
      <dsp:nvSpPr>
        <dsp:cNvPr id="0" name=""/>
        <dsp:cNvSpPr/>
      </dsp:nvSpPr>
      <dsp:spPr>
        <a:xfrm>
          <a:off x="6083204" y="531029"/>
          <a:ext cx="1878330" cy="1658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GB" sz="2800" kern="1200"/>
            <a:t>Open </a:t>
          </a:r>
          <a:r>
            <a:rPr lang="en-GB" sz="2800" kern="1200" dirty="0"/>
            <a:t>Source</a:t>
          </a:r>
        </a:p>
      </dsp:txBody>
      <dsp:txXfrm>
        <a:off x="6083204" y="531029"/>
        <a:ext cx="1878330" cy="1658112"/>
      </dsp:txXfrm>
    </dsp:sp>
    <dsp:sp modelId="{EE095B2E-B648-9B43-99A7-2F5D54B4BB4C}">
      <dsp:nvSpPr>
        <dsp:cNvPr id="0" name=""/>
        <dsp:cNvSpPr/>
      </dsp:nvSpPr>
      <dsp:spPr>
        <a:xfrm>
          <a:off x="6924833" y="2503424"/>
          <a:ext cx="195072" cy="1950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897AB-ED51-4A40-AB23-B12AD974DA7C}">
      <dsp:nvSpPr>
        <dsp:cNvPr id="0" name=""/>
        <dsp:cNvSpPr/>
      </dsp:nvSpPr>
      <dsp:spPr>
        <a:xfrm>
          <a:off x="6083204" y="3018197"/>
          <a:ext cx="1878330" cy="24004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Freedom to change anything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Ideal if available</a:t>
          </a:r>
        </a:p>
      </dsp:txBody>
      <dsp:txXfrm>
        <a:off x="6083204" y="3018197"/>
        <a:ext cx="1878330" cy="2400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D1E0-5063-0102-2AE5-A42B900EF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2F48C-5E81-DD4E-A7FB-E6D1C048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4ECE6-A76A-D6DB-2916-7926505E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B1942-BE66-DD0A-2480-924F29D2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6352C-B7B0-67B2-183B-3599873A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786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140E-D51B-AAE5-1377-B9A09EB2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6E513-4053-E45B-D6A6-4C5E9A566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A5F68-D114-A5FA-FD72-E908F466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8C51F-66E7-E3DB-95AB-689EB98E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04DEB-7643-8212-C1B9-7ADD14DE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6122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2A5A-8034-BBC7-0CF3-95C543DC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3A609-3DAD-4828-9BCA-0B4F70CD3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E704E-2D81-33E6-6019-6AE6E726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D3ABE-EFC3-8CE1-71BF-CB652CBA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645BB-F1F5-4154-C2C6-F6E67AF7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6518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CB58-22FD-D488-8D9B-65208F84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5D3A-DDCA-D3DB-71D4-C2C139B3F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E4735-5895-FA79-7EA7-FD55DD311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E1CC9-1BAE-1098-3E4E-020C6744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E4704-7E31-4A5A-5B53-A64492987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F4548-0DD7-2018-55DC-B2B92976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565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64AE-61E0-AEBD-2FC1-7AEE59C9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5C24D-F50B-76EB-1CA0-6DBDC2AD1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60323-E124-3C50-7DC1-719424CC8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E183B-7B39-35A3-F48D-412269B5B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A6A7F-DF01-CE55-3D21-C0EB7BEB0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629C4-C358-E8D5-209D-E39173C1C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D4E02-ED52-C9BF-0768-5C6ADC0D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488038-40C3-5737-3992-377250D0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8864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5FE6-B3D1-ECE8-4472-185C8C5D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EF512-2699-2530-1295-984278A5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003F2-7646-0432-B773-7572E4E9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4FF28-BFE9-80DD-E783-490BC133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6277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7667C-94A4-E497-E671-82319A51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7712-93F3-DE9E-9890-DBF34051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BF239-D57D-AA1B-EAF7-12A6CD86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8540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28D2-DE9A-78C9-A759-30F254AA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3FA2-6E8A-A9D5-675A-A412AA32A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B5FD4-6F4D-8EFA-B82A-7A59E7DB7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528F5-E287-F2AA-9B76-16082CE4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5E704-7E7F-1E30-9067-83CEEB1B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ABC45-1471-165E-BB5B-BA66B877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493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001F-C6C6-86C5-F07B-3E3611AB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C7DCE-9337-25EA-8DF2-4C776B4EABC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13536-7A5F-9A7D-025E-8F6A9F70F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C6F7C-92FB-7068-F95C-C207FD88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B05E7-8EF1-CDF4-74A8-9904745C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A3A82-470F-9862-3953-B29F1DAA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00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B39D-7D88-7CBF-919D-80D83F82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CD818-E82A-921B-F248-349623BC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F4083-B7E0-F7D4-5923-D75D761F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56365-EEE0-6C86-0C4B-45B15DCF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BBE9-D402-A0A5-6D95-7A59DE23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989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719D5-4AB6-2D87-E53F-57B02370F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AF1EA-D450-DA5A-267B-E06AE09CD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C2C59-C8CE-6431-AB2D-62DD7438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8900-12D0-EFE2-8D63-9F8E3B56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9238-20E7-B306-2B6B-2047101F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9566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D12E9-C1CC-896D-D402-69E87884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9E593-9347-C0F5-4C7C-A00E9477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6B14-45B3-81A1-B5E3-47BDB48C5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C3F55-EBFA-E941-AFB8-C7F2A9CDA3E4}" type="datetimeFigureOut">
              <a:rPr lang="en-CH" smtClean="0"/>
              <a:t>21.09.2026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668DE-6B32-274C-FE30-22BCB88A6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A2F1-07A8-9BEF-45CD-7C9141CAC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24D0F-9435-304F-8005-AFDC61179E6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9628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4902443-812B-F544-80BE-9BCDEE17A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32302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9E2BBD86-5900-B2DF-57A1-56A0E05723B5}"/>
              </a:ext>
            </a:extLst>
          </p:cNvPr>
          <p:cNvSpPr/>
          <p:nvPr/>
        </p:nvSpPr>
        <p:spPr>
          <a:xfrm>
            <a:off x="1726609" y="1127051"/>
            <a:ext cx="8738781" cy="8187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Insight into the Product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CD775DA-F94D-A4DB-3E0A-62DF91C777D5}"/>
              </a:ext>
            </a:extLst>
          </p:cNvPr>
          <p:cNvSpPr/>
          <p:nvPr/>
        </p:nvSpPr>
        <p:spPr>
          <a:xfrm>
            <a:off x="1726609" y="5064641"/>
            <a:ext cx="8738781" cy="8187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/>
              <a:t>Optionality Value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2735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52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Wilde, Erik</dc:creator>
  <cp:lastModifiedBy>Wilde, Erik</cp:lastModifiedBy>
  <cp:revision>6</cp:revision>
  <dcterms:created xsi:type="dcterms:W3CDTF">2026-09-21T10:12:36Z</dcterms:created>
  <dcterms:modified xsi:type="dcterms:W3CDTF">2026-09-21T10:50:10Z</dcterms:modified>
</cp:coreProperties>
</file>