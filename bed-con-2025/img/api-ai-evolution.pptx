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3" r:id="rId2"/>
    <p:sldId id="264" r:id="rId3"/>
    <p:sldId id="265" r:id="rId4"/>
    <p:sldId id="261" r:id="rId5"/>
    <p:sldId id="262" r:id="rId6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174"/>
    <p:restoredTop sz="94658"/>
  </p:normalViewPr>
  <p:slideViewPr>
    <p:cSldViewPr snapToGrid="0">
      <p:cViewPr varScale="1">
        <p:scale>
          <a:sx n="106" d="100"/>
          <a:sy n="106" d="100"/>
        </p:scale>
        <p:origin x="584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88CA7-4E84-05C6-EE84-00CD5146F0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DE3EF1-4612-664D-16A4-38A45F16B3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BEF037-A80A-CD52-1B6D-717ACD0FAD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8285B4-9383-6C4B-8658-D924852542BC}" type="datetimeFigureOut">
              <a:rPr lang="en-CH" smtClean="0"/>
              <a:t>07.10.2025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809C6F-41E1-ADEC-4266-7DBEAFA7E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76B092-88EC-5EA1-B1FB-522BE41B2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886B30-55DA-924E-ADC9-BC7B8D8C6CB5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2244222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FF361-8984-5310-B8F4-1B5194354B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D4F524-CFF6-02A7-1D25-BC066271B9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0D8107-280A-6F5B-7FE4-1EE4F4939A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8285B4-9383-6C4B-8658-D924852542BC}" type="datetimeFigureOut">
              <a:rPr lang="en-CH" smtClean="0"/>
              <a:t>07.10.2025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753095-8256-077B-BECA-9BB91A2CCF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C4742D-DB77-A3DB-8957-7A2E898FAF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886B30-55DA-924E-ADC9-BC7B8D8C6CB5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1867414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501290-9442-BACB-54DB-4071B40B68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E2C7B8-542C-3507-2FB4-83ADB70126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72BADA-E53E-EE04-4E73-FB60E01121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8285B4-9383-6C4B-8658-D924852542BC}" type="datetimeFigureOut">
              <a:rPr lang="en-CH" smtClean="0"/>
              <a:t>07.10.2025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CC6235-E5BD-0852-FE38-41E554BC68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5A4DC0-9A83-FF5F-E352-39A3654D4C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886B30-55DA-924E-ADC9-BC7B8D8C6CB5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439263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D22A78-2A09-5A0B-609D-04EE45E98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F88CBE-9415-4673-C9EB-23168CAB596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08CECC-5F40-61CA-1A4A-05B9D013EF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D105EA-25FF-4227-7F7C-1D53DDC7E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8285B4-9383-6C4B-8658-D924852542BC}" type="datetimeFigureOut">
              <a:rPr lang="en-CH" smtClean="0"/>
              <a:t>07.10.2025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60918F-F5B1-E18C-77D9-BA3B47B2DA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78104F-8C45-C5B7-07EA-8621C7BEC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886B30-55DA-924E-ADC9-BC7B8D8C6CB5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1847634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8C7435-84A7-8484-C28A-3735083ED4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DFB8AD-4EE1-6CE2-2E6B-DFE95B4470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7A67F3-6B18-F033-1DDC-FED9E41CA2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D39D5A-7D6F-5ADD-95FC-883BD51A9B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08B4CFA-DB4E-6838-E504-C928D3A672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CEBB8AA-8211-048C-0D40-97EA971D0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8285B4-9383-6C4B-8658-D924852542BC}" type="datetimeFigureOut">
              <a:rPr lang="en-CH" smtClean="0"/>
              <a:t>07.10.2025</a:t>
            </a:fld>
            <a:endParaRPr lang="en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4BAE6FA-7483-7775-C7CC-C89D1C723F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60BAB9-05B8-FB0A-8399-BF8F7FE7F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886B30-55DA-924E-ADC9-BC7B8D8C6CB5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635411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DC410-0704-DD18-105B-5A45064D67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4F01289-75D8-8BC6-3C09-B6AD8855E3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8285B4-9383-6C4B-8658-D924852542BC}" type="datetimeFigureOut">
              <a:rPr lang="en-CH" smtClean="0"/>
              <a:t>07.10.2025</a:t>
            </a:fld>
            <a:endParaRPr lang="en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D0737-93B5-6A82-2785-4C1128EDA4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C81168-38BD-82BC-E0CD-C1131AFF5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886B30-55DA-924E-ADC9-BC7B8D8C6CB5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0350836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2EE58CF-CA59-4BFD-4AF3-54E909CCC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8285B4-9383-6C4B-8658-D924852542BC}" type="datetimeFigureOut">
              <a:rPr lang="en-CH" smtClean="0"/>
              <a:t>07.10.2025</a:t>
            </a:fld>
            <a:endParaRPr lang="en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EE79B7B-1786-EE4F-F8B5-8D45BEB833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2F5BC0-A384-EADA-295E-131A0F106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886B30-55DA-924E-ADC9-BC7B8D8C6CB5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8834086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A62A3-AFC1-B65A-3E9F-1B91C198C5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D33697-BAFE-521F-BBD2-3833C2D0E7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7418D6-DFE4-95E2-EE2A-7D444829AB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30C6F6-4B18-2E9D-878E-294877DDD7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8285B4-9383-6C4B-8658-D924852542BC}" type="datetimeFigureOut">
              <a:rPr lang="en-CH" smtClean="0"/>
              <a:t>07.10.2025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7E04AD-34A3-CEFF-7C17-B3C3EE3C31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2A6B30-4D8F-C083-EA96-28BD3A84F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886B30-55DA-924E-ADC9-BC7B8D8C6CB5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5342699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7C207-20BC-8205-C9B7-7ECF7D60CE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AF98F1C-3999-5279-C997-42C943B3C21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10B65A-0628-26C9-BCDE-10080DBAB0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B49A3B-CC8E-3E81-EE3B-A093E93CF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8285B4-9383-6C4B-8658-D924852542BC}" type="datetimeFigureOut">
              <a:rPr lang="en-CH" smtClean="0"/>
              <a:t>07.10.2025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47547C-6F3E-3D59-5E7E-1E371AB1E4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490A15-0F79-FB30-F6C3-7ED603B94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886B30-55DA-924E-ADC9-BC7B8D8C6CB5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2519371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71499-4738-2AD8-9114-A007E0523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46759A4-E386-6100-A025-05ADB5CF56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23C8C5-81EF-5F84-CA58-6292001FF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8285B4-9383-6C4B-8658-D924852542BC}" type="datetimeFigureOut">
              <a:rPr lang="en-CH" smtClean="0"/>
              <a:t>07.10.2025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BFEF99-9029-DD16-6638-27F99049A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646B97-B97C-95EF-4E28-E05EF14DE0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886B30-55DA-924E-ADC9-BC7B8D8C6CB5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5306501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252AEDA-59B7-6E3F-AE72-2C4763F9F73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AEB891-9C82-0861-A513-44670DEB5B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6903E5-7CB2-AB4A-0BE7-7C403DB09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8285B4-9383-6C4B-8658-D924852542BC}" type="datetimeFigureOut">
              <a:rPr lang="en-CH" smtClean="0"/>
              <a:t>07.10.2025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D05C9F-F4B8-8223-74CE-289190D6DE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EB536-41D4-20CF-5078-CD52046EF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886B30-55DA-924E-ADC9-BC7B8D8C6CB5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5484277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BEB81B-B950-E06A-BCE0-A0ED0317F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83DD2E-787D-5D06-E05F-E4DE9E41E4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9A972A-4029-80E0-73F1-7BCDE456AB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8285B4-9383-6C4B-8658-D924852542BC}" type="datetimeFigureOut">
              <a:rPr lang="en-CH" smtClean="0"/>
              <a:t>07.10.2025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CC00BB-1634-8259-EEFC-BBFFD0519D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077C2C-817F-0BAA-8476-E68BB14566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886B30-55DA-924E-ADC9-BC7B8D8C6CB5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3138732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6E262-DD47-A0AB-8AB3-6FCCBD872E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64FCE695-6562-CBFE-256B-79F3B792E651}"/>
              </a:ext>
            </a:extLst>
          </p:cNvPr>
          <p:cNvSpPr/>
          <p:nvPr/>
        </p:nvSpPr>
        <p:spPr>
          <a:xfrm>
            <a:off x="3726170" y="3936839"/>
            <a:ext cx="3584934" cy="171306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6">
                    <a:lumMod val="75000"/>
                  </a:schemeClr>
                </a:solidFill>
                <a:latin typeface="Ford Antenna Medium" panose="02000505000000020004" pitchFamily="2" charset="0"/>
              </a:rPr>
              <a:t>API Governance &amp; </a:t>
            </a:r>
          </a:p>
          <a:p>
            <a:pPr algn="ctr"/>
            <a:r>
              <a:rPr lang="en-CH" dirty="0">
                <a:solidFill>
                  <a:schemeClr val="accent6">
                    <a:lumMod val="75000"/>
                  </a:schemeClr>
                </a:solidFill>
                <a:latin typeface="Ford Antenna Medium" panose="02000505000000020004" pitchFamily="2" charset="0"/>
              </a:rPr>
              <a:t>Description</a:t>
            </a:r>
          </a:p>
          <a:p>
            <a:pPr algn="ctr"/>
            <a:endParaRPr lang="en-CH" dirty="0">
              <a:solidFill>
                <a:schemeClr val="accent6">
                  <a:lumMod val="75000"/>
                </a:schemeClr>
              </a:solidFill>
              <a:latin typeface="Ford Antenna Medium" panose="02000505000000020004" pitchFamily="2" charset="0"/>
            </a:endParaRPr>
          </a:p>
          <a:p>
            <a:pPr algn="ctr"/>
            <a:endParaRPr lang="en-CH" dirty="0">
              <a:solidFill>
                <a:schemeClr val="accent6">
                  <a:lumMod val="75000"/>
                </a:schemeClr>
              </a:solidFill>
              <a:latin typeface="Ford Antenna Medium" panose="02000505000000020004" pitchFamily="2" charset="0"/>
            </a:endParaRPr>
          </a:p>
          <a:p>
            <a:pPr algn="ctr"/>
            <a:endParaRPr lang="en-CH" dirty="0">
              <a:solidFill>
                <a:schemeClr val="accent6">
                  <a:lumMod val="75000"/>
                </a:schemeClr>
              </a:solidFill>
              <a:latin typeface="Ford Antenna Medium" panose="02000505000000020004" pitchFamily="2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FFE5DEB-0B5E-9454-2D9A-B95DC50DA3BD}"/>
              </a:ext>
            </a:extLst>
          </p:cNvPr>
          <p:cNvSpPr/>
          <p:nvPr/>
        </p:nvSpPr>
        <p:spPr>
          <a:xfrm>
            <a:off x="3812263" y="5027132"/>
            <a:ext cx="3421807" cy="53221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Ford Antenna Medium" panose="02000505000000020004" pitchFamily="2" charset="0"/>
              </a:rPr>
              <a:t>API Landscape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79C271B-EBF3-2C03-8E93-A61B49E70C0F}"/>
              </a:ext>
            </a:extLst>
          </p:cNvPr>
          <p:cNvSpPr/>
          <p:nvPr/>
        </p:nvSpPr>
        <p:spPr>
          <a:xfrm>
            <a:off x="3812262" y="4801353"/>
            <a:ext cx="413912" cy="16917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700" dirty="0">
                <a:latin typeface="Ford Antenna Medium" panose="02000505000000020004" pitchFamily="2" charset="0"/>
              </a:rPr>
              <a:t>API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804A3FD-61B3-0FA4-EF42-0380794774E8}"/>
              </a:ext>
            </a:extLst>
          </p:cNvPr>
          <p:cNvSpPr/>
          <p:nvPr/>
        </p:nvSpPr>
        <p:spPr>
          <a:xfrm>
            <a:off x="4313578" y="4801353"/>
            <a:ext cx="413912" cy="16917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700" dirty="0">
                <a:latin typeface="Ford Antenna Medium" panose="02000505000000020004" pitchFamily="2" charset="0"/>
              </a:rPr>
              <a:t>API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81311CC-C748-414A-3327-1D8B3AD1283C}"/>
              </a:ext>
            </a:extLst>
          </p:cNvPr>
          <p:cNvSpPr/>
          <p:nvPr/>
        </p:nvSpPr>
        <p:spPr>
          <a:xfrm>
            <a:off x="4814894" y="4801353"/>
            <a:ext cx="413912" cy="16917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700" dirty="0">
                <a:latin typeface="Ford Antenna Medium" panose="02000505000000020004" pitchFamily="2" charset="0"/>
              </a:rPr>
              <a:t>API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82F7892-3D05-A778-1AEE-F0D1D8ED6D53}"/>
              </a:ext>
            </a:extLst>
          </p:cNvPr>
          <p:cNvSpPr/>
          <p:nvPr/>
        </p:nvSpPr>
        <p:spPr>
          <a:xfrm>
            <a:off x="5316210" y="4801353"/>
            <a:ext cx="413912" cy="16917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700" dirty="0">
                <a:latin typeface="Ford Antenna Medium" panose="02000505000000020004" pitchFamily="2" charset="0"/>
              </a:rPr>
              <a:t>API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C70F9A6-577F-F242-895A-71D0B065A2B5}"/>
              </a:ext>
            </a:extLst>
          </p:cNvPr>
          <p:cNvSpPr/>
          <p:nvPr/>
        </p:nvSpPr>
        <p:spPr>
          <a:xfrm>
            <a:off x="5817526" y="4807015"/>
            <a:ext cx="413912" cy="16917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700" dirty="0">
                <a:latin typeface="Ford Antenna Medium" panose="02000505000000020004" pitchFamily="2" charset="0"/>
              </a:rPr>
              <a:t>API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3FC84D0-FC03-B6CD-EBE7-A2F1A161F0C6}"/>
              </a:ext>
            </a:extLst>
          </p:cNvPr>
          <p:cNvSpPr/>
          <p:nvPr/>
        </p:nvSpPr>
        <p:spPr>
          <a:xfrm>
            <a:off x="6318842" y="4801353"/>
            <a:ext cx="413912" cy="16917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700" dirty="0">
                <a:latin typeface="Ford Antenna Medium" panose="02000505000000020004" pitchFamily="2" charset="0"/>
              </a:rPr>
              <a:t>API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6F760DB-7017-FA81-FEFD-84253143702E}"/>
              </a:ext>
            </a:extLst>
          </p:cNvPr>
          <p:cNvSpPr/>
          <p:nvPr/>
        </p:nvSpPr>
        <p:spPr>
          <a:xfrm>
            <a:off x="6820158" y="4801353"/>
            <a:ext cx="413912" cy="16917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700" dirty="0">
                <a:latin typeface="Ford Antenna Medium" panose="02000505000000020004" pitchFamily="2" charset="0"/>
              </a:rPr>
              <a:t>API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6E1E12A0-5FB7-3467-08FB-1300E06150A1}"/>
              </a:ext>
            </a:extLst>
          </p:cNvPr>
          <p:cNvSpPr/>
          <p:nvPr/>
        </p:nvSpPr>
        <p:spPr>
          <a:xfrm>
            <a:off x="3812264" y="2407288"/>
            <a:ext cx="3421806" cy="53221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Ford Antenna Medium" panose="02000505000000020004" pitchFamily="2" charset="0"/>
              </a:rPr>
              <a:t>Consumers</a:t>
            </a: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D09C06B6-621F-ABF0-02EF-B53E6EF1CDF0}"/>
              </a:ext>
            </a:extLst>
          </p:cNvPr>
          <p:cNvCxnSpPr>
            <a:cxnSpLocks/>
            <a:stCxn id="47" idx="2"/>
            <a:endCxn id="44" idx="0"/>
          </p:cNvCxnSpPr>
          <p:nvPr/>
        </p:nvCxnSpPr>
        <p:spPr>
          <a:xfrm flipH="1">
            <a:off x="5518637" y="2939498"/>
            <a:ext cx="4530" cy="997341"/>
          </a:xfrm>
          <a:prstGeom prst="straightConnector1">
            <a:avLst/>
          </a:prstGeom>
          <a:ln w="5715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E6B3B54-82F3-BB4C-EFA5-A86B083787F0}"/>
              </a:ext>
            </a:extLst>
          </p:cNvPr>
          <p:cNvSpPr txBox="1"/>
          <p:nvPr/>
        </p:nvSpPr>
        <p:spPr>
          <a:xfrm>
            <a:off x="3791451" y="1573515"/>
            <a:ext cx="34055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>
                <a:solidFill>
                  <a:schemeClr val="accent6">
                    <a:lumMod val="50000"/>
                  </a:schemeClr>
                </a:solidFill>
                <a:latin typeface="Ford Antenna Medium" panose="02000505000000020004" pitchFamily="2" charset="0"/>
              </a:rPr>
              <a:t>Step #1: Better API Description and Documentation</a:t>
            </a:r>
          </a:p>
        </p:txBody>
      </p:sp>
    </p:spTree>
    <p:extLst>
      <p:ext uri="{BB962C8B-B14F-4D97-AF65-F5344CB8AC3E}">
        <p14:creationId xmlns:p14="http://schemas.microsoft.com/office/powerpoint/2010/main" val="2997889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4BB11-BC5A-857B-5A61-A389E03A67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290E96EF-0873-2CCD-24E6-F7C77896EDCE}"/>
              </a:ext>
            </a:extLst>
          </p:cNvPr>
          <p:cNvSpPr/>
          <p:nvPr/>
        </p:nvSpPr>
        <p:spPr>
          <a:xfrm>
            <a:off x="3721640" y="4426665"/>
            <a:ext cx="3584934" cy="122323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dirty="0">
              <a:latin typeface="Ford Antenna Medium" panose="02000505000000020004" pitchFamily="2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DF7156-A2B4-C40A-F871-52F0AA952746}"/>
              </a:ext>
            </a:extLst>
          </p:cNvPr>
          <p:cNvSpPr/>
          <p:nvPr/>
        </p:nvSpPr>
        <p:spPr>
          <a:xfrm>
            <a:off x="3807733" y="5027132"/>
            <a:ext cx="3421807" cy="53221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Ford Antenna Medium" panose="02000505000000020004" pitchFamily="2" charset="0"/>
              </a:rPr>
              <a:t>API Landscape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A96C9FB-DB25-1CFB-6634-7B0EC4A03104}"/>
              </a:ext>
            </a:extLst>
          </p:cNvPr>
          <p:cNvSpPr/>
          <p:nvPr/>
        </p:nvSpPr>
        <p:spPr>
          <a:xfrm>
            <a:off x="3807732" y="4801353"/>
            <a:ext cx="413912" cy="16917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700" dirty="0">
                <a:latin typeface="Ford Antenna Medium" panose="02000505000000020004" pitchFamily="2" charset="0"/>
              </a:rPr>
              <a:t>API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904E7AE-6CE7-4B27-020B-76467E1E8EFE}"/>
              </a:ext>
            </a:extLst>
          </p:cNvPr>
          <p:cNvSpPr/>
          <p:nvPr/>
        </p:nvSpPr>
        <p:spPr>
          <a:xfrm>
            <a:off x="4309048" y="4801353"/>
            <a:ext cx="413912" cy="16917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700" dirty="0">
                <a:latin typeface="Ford Antenna Medium" panose="02000505000000020004" pitchFamily="2" charset="0"/>
              </a:rPr>
              <a:t>API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8CB2D69-5E19-52DC-819D-F8C0A213F44B}"/>
              </a:ext>
            </a:extLst>
          </p:cNvPr>
          <p:cNvSpPr/>
          <p:nvPr/>
        </p:nvSpPr>
        <p:spPr>
          <a:xfrm>
            <a:off x="4810364" y="4801353"/>
            <a:ext cx="413912" cy="16917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700" dirty="0">
                <a:latin typeface="Ford Antenna Medium" panose="02000505000000020004" pitchFamily="2" charset="0"/>
              </a:rPr>
              <a:t>API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D1C5096-13A6-9863-959D-5CE744E22DC3}"/>
              </a:ext>
            </a:extLst>
          </p:cNvPr>
          <p:cNvSpPr/>
          <p:nvPr/>
        </p:nvSpPr>
        <p:spPr>
          <a:xfrm>
            <a:off x="5311680" y="4801353"/>
            <a:ext cx="413912" cy="16917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700" dirty="0">
                <a:latin typeface="Ford Antenna Medium" panose="02000505000000020004" pitchFamily="2" charset="0"/>
              </a:rPr>
              <a:t>API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8016E41-5FCB-BA8A-B291-A5C36B3D1A35}"/>
              </a:ext>
            </a:extLst>
          </p:cNvPr>
          <p:cNvSpPr/>
          <p:nvPr/>
        </p:nvSpPr>
        <p:spPr>
          <a:xfrm>
            <a:off x="5812996" y="4807015"/>
            <a:ext cx="413912" cy="16917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700" dirty="0">
                <a:latin typeface="Ford Antenna Medium" panose="02000505000000020004" pitchFamily="2" charset="0"/>
              </a:rPr>
              <a:t>API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F13A6D5-5D72-8B7A-6172-2111E50CFE82}"/>
              </a:ext>
            </a:extLst>
          </p:cNvPr>
          <p:cNvSpPr/>
          <p:nvPr/>
        </p:nvSpPr>
        <p:spPr>
          <a:xfrm>
            <a:off x="6314312" y="4801353"/>
            <a:ext cx="413912" cy="16917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700" dirty="0">
                <a:latin typeface="Ford Antenna Medium" panose="02000505000000020004" pitchFamily="2" charset="0"/>
              </a:rPr>
              <a:t>API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D72C15C-D6AC-A0D6-5814-A464A417A4E2}"/>
              </a:ext>
            </a:extLst>
          </p:cNvPr>
          <p:cNvSpPr/>
          <p:nvPr/>
        </p:nvSpPr>
        <p:spPr>
          <a:xfrm>
            <a:off x="6815628" y="4801353"/>
            <a:ext cx="413912" cy="16917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700" dirty="0">
                <a:latin typeface="Ford Antenna Medium" panose="02000505000000020004" pitchFamily="2" charset="0"/>
              </a:rPr>
              <a:t>API</a:t>
            </a:r>
          </a:p>
        </p:txBody>
      </p:sp>
      <p:sp>
        <p:nvSpPr>
          <p:cNvPr id="24" name="Can 23">
            <a:extLst>
              <a:ext uri="{FF2B5EF4-FFF2-40B4-BE49-F238E27FC236}">
                <a16:creationId xmlns:a16="http://schemas.microsoft.com/office/drawing/2014/main" id="{79BE5743-2F50-FA37-ADDD-6AECCAF18D23}"/>
              </a:ext>
            </a:extLst>
          </p:cNvPr>
          <p:cNvSpPr/>
          <p:nvPr/>
        </p:nvSpPr>
        <p:spPr>
          <a:xfrm>
            <a:off x="3807733" y="3275489"/>
            <a:ext cx="1327484" cy="840623"/>
          </a:xfrm>
          <a:prstGeom prst="can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latin typeface="Ford Antenna Medium" panose="02000505000000020004" pitchFamily="2" charset="0"/>
              </a:rPr>
              <a:t>Search /</a:t>
            </a:r>
            <a:br>
              <a:rPr lang="en-CH" sz="1400" dirty="0">
                <a:latin typeface="Ford Antenna Medium" panose="02000505000000020004" pitchFamily="2" charset="0"/>
              </a:rPr>
            </a:br>
            <a:r>
              <a:rPr lang="en-CH" sz="1400" dirty="0">
                <a:latin typeface="Ford Antenna Medium" panose="02000505000000020004" pitchFamily="2" charset="0"/>
              </a:rPr>
              <a:t>Ranking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67FD1F44-342E-EB82-99D7-1B287EDCEE51}"/>
              </a:ext>
            </a:extLst>
          </p:cNvPr>
          <p:cNvSpPr/>
          <p:nvPr/>
        </p:nvSpPr>
        <p:spPr>
          <a:xfrm>
            <a:off x="3807734" y="2407288"/>
            <a:ext cx="3421806" cy="53221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Ford Antenna Medium" panose="02000505000000020004" pitchFamily="2" charset="0"/>
              </a:rPr>
              <a:t>Consumers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35187FB-A655-3F49-5087-AAB3DF5ADDA4}"/>
              </a:ext>
            </a:extLst>
          </p:cNvPr>
          <p:cNvCxnSpPr>
            <a:cxnSpLocks/>
          </p:cNvCxnSpPr>
          <p:nvPr/>
        </p:nvCxnSpPr>
        <p:spPr>
          <a:xfrm flipH="1">
            <a:off x="6311599" y="2939498"/>
            <a:ext cx="2713" cy="1713316"/>
          </a:xfrm>
          <a:prstGeom prst="straightConnector1">
            <a:avLst/>
          </a:prstGeom>
          <a:ln w="5715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FB85490-38C5-D35A-1110-23786DA41BDB}"/>
              </a:ext>
            </a:extLst>
          </p:cNvPr>
          <p:cNvCxnSpPr>
            <a:cxnSpLocks/>
          </p:cNvCxnSpPr>
          <p:nvPr/>
        </p:nvCxnSpPr>
        <p:spPr>
          <a:xfrm flipV="1">
            <a:off x="4445273" y="2939498"/>
            <a:ext cx="0" cy="426409"/>
          </a:xfrm>
          <a:prstGeom prst="straightConnector1">
            <a:avLst/>
          </a:prstGeom>
          <a:ln w="5715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4348AD2B-A7A2-C4BC-9C78-C944C1BB9E9F}"/>
              </a:ext>
            </a:extLst>
          </p:cNvPr>
          <p:cNvCxnSpPr>
            <a:cxnSpLocks/>
            <a:endCxn id="24" idx="3"/>
          </p:cNvCxnSpPr>
          <p:nvPr/>
        </p:nvCxnSpPr>
        <p:spPr>
          <a:xfrm flipV="1">
            <a:off x="4471475" y="4116112"/>
            <a:ext cx="0" cy="536702"/>
          </a:xfrm>
          <a:prstGeom prst="straightConnector1">
            <a:avLst/>
          </a:prstGeom>
          <a:ln w="5715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32FBB8AD-A66D-4AAD-765F-15CCC0687504}"/>
              </a:ext>
            </a:extLst>
          </p:cNvPr>
          <p:cNvSpPr txBox="1"/>
          <p:nvPr/>
        </p:nvSpPr>
        <p:spPr>
          <a:xfrm>
            <a:off x="3791451" y="1573515"/>
            <a:ext cx="34055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>
                <a:solidFill>
                  <a:schemeClr val="accent6">
                    <a:lumMod val="50000"/>
                  </a:schemeClr>
                </a:solidFill>
                <a:latin typeface="Ford Antenna Medium" panose="02000505000000020004" pitchFamily="2" charset="0"/>
              </a:rPr>
              <a:t>Step #2: Smarter API Search and Selection</a:t>
            </a:r>
          </a:p>
        </p:txBody>
      </p:sp>
    </p:spTree>
    <p:extLst>
      <p:ext uri="{BB962C8B-B14F-4D97-AF65-F5344CB8AC3E}">
        <p14:creationId xmlns:p14="http://schemas.microsoft.com/office/powerpoint/2010/main" val="2414715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88E5B5-F919-53B3-944D-3604AD9E9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A88BB6C6-D9C8-3AF6-1807-1237FFA07AE5}"/>
              </a:ext>
            </a:extLst>
          </p:cNvPr>
          <p:cNvSpPr/>
          <p:nvPr/>
        </p:nvSpPr>
        <p:spPr>
          <a:xfrm>
            <a:off x="3721640" y="4437682"/>
            <a:ext cx="3584934" cy="122323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dirty="0">
              <a:latin typeface="Ford Antenna Medium" panose="02000505000000020004" pitchFamily="2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A92206-E7B1-BC1F-193D-756806748FC9}"/>
              </a:ext>
            </a:extLst>
          </p:cNvPr>
          <p:cNvSpPr/>
          <p:nvPr/>
        </p:nvSpPr>
        <p:spPr>
          <a:xfrm>
            <a:off x="3807733" y="5038149"/>
            <a:ext cx="3421807" cy="53221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Ford Antenna Medium" panose="02000505000000020004" pitchFamily="2" charset="0"/>
              </a:rPr>
              <a:t>API Landscape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719641D-67A0-6559-0650-D1D78C2DB7BF}"/>
              </a:ext>
            </a:extLst>
          </p:cNvPr>
          <p:cNvSpPr/>
          <p:nvPr/>
        </p:nvSpPr>
        <p:spPr>
          <a:xfrm>
            <a:off x="3807732" y="4812370"/>
            <a:ext cx="413912" cy="16917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700" dirty="0">
                <a:latin typeface="Ford Antenna Medium" panose="02000505000000020004" pitchFamily="2" charset="0"/>
              </a:rPr>
              <a:t>API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0D58D89-1CFC-4CFD-EC46-D2AC39219C7A}"/>
              </a:ext>
            </a:extLst>
          </p:cNvPr>
          <p:cNvSpPr/>
          <p:nvPr/>
        </p:nvSpPr>
        <p:spPr>
          <a:xfrm>
            <a:off x="4309048" y="4812370"/>
            <a:ext cx="413912" cy="16917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700" dirty="0">
                <a:latin typeface="Ford Antenna Medium" panose="02000505000000020004" pitchFamily="2" charset="0"/>
              </a:rPr>
              <a:t>API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99509AC-1943-9F2A-2DE8-B3C4A6388870}"/>
              </a:ext>
            </a:extLst>
          </p:cNvPr>
          <p:cNvSpPr/>
          <p:nvPr/>
        </p:nvSpPr>
        <p:spPr>
          <a:xfrm>
            <a:off x="4810364" y="4812370"/>
            <a:ext cx="413912" cy="16917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700" dirty="0">
                <a:latin typeface="Ford Antenna Medium" panose="02000505000000020004" pitchFamily="2" charset="0"/>
              </a:rPr>
              <a:t>API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A6CE422-9FDE-0A12-7ECB-90B57A34A0B2}"/>
              </a:ext>
            </a:extLst>
          </p:cNvPr>
          <p:cNvSpPr/>
          <p:nvPr/>
        </p:nvSpPr>
        <p:spPr>
          <a:xfrm>
            <a:off x="5311680" y="4812370"/>
            <a:ext cx="413912" cy="16917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700" dirty="0">
                <a:latin typeface="Ford Antenna Medium" panose="02000505000000020004" pitchFamily="2" charset="0"/>
              </a:rPr>
              <a:t>API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DD4C7A8-5298-DFB5-16F1-8FEC8B56D72A}"/>
              </a:ext>
            </a:extLst>
          </p:cNvPr>
          <p:cNvSpPr/>
          <p:nvPr/>
        </p:nvSpPr>
        <p:spPr>
          <a:xfrm>
            <a:off x="5812996" y="4818032"/>
            <a:ext cx="413912" cy="16917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700" dirty="0">
                <a:latin typeface="Ford Antenna Medium" panose="02000505000000020004" pitchFamily="2" charset="0"/>
              </a:rPr>
              <a:t>API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98E267C-FE4B-1CDE-7F9F-FF591A2966DB}"/>
              </a:ext>
            </a:extLst>
          </p:cNvPr>
          <p:cNvSpPr/>
          <p:nvPr/>
        </p:nvSpPr>
        <p:spPr>
          <a:xfrm>
            <a:off x="6314312" y="4812370"/>
            <a:ext cx="413912" cy="16917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700" dirty="0">
                <a:latin typeface="Ford Antenna Medium" panose="02000505000000020004" pitchFamily="2" charset="0"/>
              </a:rPr>
              <a:t>API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E79073-FF6A-3ED2-968F-000B741B09BE}"/>
              </a:ext>
            </a:extLst>
          </p:cNvPr>
          <p:cNvSpPr/>
          <p:nvPr/>
        </p:nvSpPr>
        <p:spPr>
          <a:xfrm>
            <a:off x="6815628" y="4812370"/>
            <a:ext cx="413912" cy="16917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700" dirty="0">
                <a:latin typeface="Ford Antenna Medium" panose="02000505000000020004" pitchFamily="2" charset="0"/>
              </a:rPr>
              <a:t>API</a:t>
            </a:r>
          </a:p>
        </p:txBody>
      </p:sp>
      <p:sp>
        <p:nvSpPr>
          <p:cNvPr id="24" name="Can 23">
            <a:extLst>
              <a:ext uri="{FF2B5EF4-FFF2-40B4-BE49-F238E27FC236}">
                <a16:creationId xmlns:a16="http://schemas.microsoft.com/office/drawing/2014/main" id="{533A8342-C406-BD90-AB87-BF818282558F}"/>
              </a:ext>
            </a:extLst>
          </p:cNvPr>
          <p:cNvSpPr/>
          <p:nvPr/>
        </p:nvSpPr>
        <p:spPr>
          <a:xfrm>
            <a:off x="3807733" y="3286506"/>
            <a:ext cx="1327484" cy="840623"/>
          </a:xfrm>
          <a:prstGeom prst="can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latin typeface="Ford Antenna Medium" panose="02000505000000020004" pitchFamily="2" charset="0"/>
              </a:rPr>
              <a:t>Search /</a:t>
            </a:r>
            <a:br>
              <a:rPr lang="en-CH" sz="1400" dirty="0">
                <a:latin typeface="Ford Antenna Medium" panose="02000505000000020004" pitchFamily="2" charset="0"/>
              </a:rPr>
            </a:br>
            <a:r>
              <a:rPr lang="en-CH" sz="1400" dirty="0">
                <a:latin typeface="Ford Antenna Medium" panose="02000505000000020004" pitchFamily="2" charset="0"/>
              </a:rPr>
              <a:t>Ranking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3220134-003D-7B13-F586-B62E159DF29E}"/>
              </a:ext>
            </a:extLst>
          </p:cNvPr>
          <p:cNvSpPr/>
          <p:nvPr/>
        </p:nvSpPr>
        <p:spPr>
          <a:xfrm>
            <a:off x="5393657" y="3415645"/>
            <a:ext cx="1835883" cy="647719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600" dirty="0">
                <a:latin typeface="Ford Antenna Medium" panose="02000505000000020004" pitchFamily="2" charset="0"/>
              </a:rPr>
              <a:t>Security / Observability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3DADE02B-1955-9872-2226-B89C5D64622E}"/>
              </a:ext>
            </a:extLst>
          </p:cNvPr>
          <p:cNvSpPr/>
          <p:nvPr/>
        </p:nvSpPr>
        <p:spPr>
          <a:xfrm>
            <a:off x="3807734" y="2418305"/>
            <a:ext cx="3421806" cy="53221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Ford Antenna Medium" panose="02000505000000020004" pitchFamily="2" charset="0"/>
              </a:rPr>
              <a:t>Consumers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368F89C3-0682-E477-BD44-0F881E8D2E6B}"/>
              </a:ext>
            </a:extLst>
          </p:cNvPr>
          <p:cNvCxnSpPr>
            <a:cxnSpLocks/>
            <a:stCxn id="27" idx="2"/>
          </p:cNvCxnSpPr>
          <p:nvPr/>
        </p:nvCxnSpPr>
        <p:spPr>
          <a:xfrm>
            <a:off x="6311599" y="4063364"/>
            <a:ext cx="0" cy="600467"/>
          </a:xfrm>
          <a:prstGeom prst="straightConnector1">
            <a:avLst/>
          </a:prstGeom>
          <a:ln w="5715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C3254DF6-0700-14D0-EA48-FEA76E30653E}"/>
              </a:ext>
            </a:extLst>
          </p:cNvPr>
          <p:cNvCxnSpPr>
            <a:cxnSpLocks/>
          </p:cNvCxnSpPr>
          <p:nvPr/>
        </p:nvCxnSpPr>
        <p:spPr>
          <a:xfrm flipV="1">
            <a:off x="4445273" y="2950515"/>
            <a:ext cx="0" cy="426409"/>
          </a:xfrm>
          <a:prstGeom prst="straightConnector1">
            <a:avLst/>
          </a:prstGeom>
          <a:ln w="5715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1E8FC4D9-2BF4-1FC9-B63A-87070ECB0648}"/>
              </a:ext>
            </a:extLst>
          </p:cNvPr>
          <p:cNvCxnSpPr>
            <a:cxnSpLocks/>
            <a:endCxn id="27" idx="0"/>
          </p:cNvCxnSpPr>
          <p:nvPr/>
        </p:nvCxnSpPr>
        <p:spPr>
          <a:xfrm>
            <a:off x="6311599" y="2950515"/>
            <a:ext cx="0" cy="465130"/>
          </a:xfrm>
          <a:prstGeom prst="straightConnector1">
            <a:avLst/>
          </a:prstGeom>
          <a:ln w="5715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15F0BE61-AF97-D624-FF84-CC1B6C60BFEE}"/>
              </a:ext>
            </a:extLst>
          </p:cNvPr>
          <p:cNvCxnSpPr>
            <a:cxnSpLocks/>
            <a:endCxn id="24" idx="3"/>
          </p:cNvCxnSpPr>
          <p:nvPr/>
        </p:nvCxnSpPr>
        <p:spPr>
          <a:xfrm flipV="1">
            <a:off x="4471475" y="4127129"/>
            <a:ext cx="0" cy="536702"/>
          </a:xfrm>
          <a:prstGeom prst="straightConnector1">
            <a:avLst/>
          </a:prstGeom>
          <a:ln w="5715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D056E779-041C-D35F-9A47-68095FDCC3DD}"/>
              </a:ext>
            </a:extLst>
          </p:cNvPr>
          <p:cNvSpPr txBox="1"/>
          <p:nvPr/>
        </p:nvSpPr>
        <p:spPr>
          <a:xfrm>
            <a:off x="3791451" y="1573515"/>
            <a:ext cx="34055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>
                <a:solidFill>
                  <a:schemeClr val="accent6">
                    <a:lumMod val="50000"/>
                  </a:schemeClr>
                </a:solidFill>
                <a:latin typeface="Ford Antenna Medium" panose="02000505000000020004" pitchFamily="2" charset="0"/>
              </a:rPr>
              <a:t>Step #3: Securing and Observing API Usage</a:t>
            </a:r>
          </a:p>
        </p:txBody>
      </p:sp>
    </p:spTree>
    <p:extLst>
      <p:ext uri="{BB962C8B-B14F-4D97-AF65-F5344CB8AC3E}">
        <p14:creationId xmlns:p14="http://schemas.microsoft.com/office/powerpoint/2010/main" val="33495955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09DAF1-B0FE-F04B-059D-D8EFFA700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935103BB-C32F-80F1-8F6F-3C9EB9403CFC}"/>
              </a:ext>
            </a:extLst>
          </p:cNvPr>
          <p:cNvSpPr/>
          <p:nvPr/>
        </p:nvSpPr>
        <p:spPr>
          <a:xfrm>
            <a:off x="3731945" y="4426665"/>
            <a:ext cx="3584934" cy="122323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dirty="0">
              <a:latin typeface="Ford Antenna Medium" panose="02000505000000020004" pitchFamily="2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74E2151-7F14-DF5E-E5F8-3BC55375FAEB}"/>
              </a:ext>
            </a:extLst>
          </p:cNvPr>
          <p:cNvSpPr/>
          <p:nvPr/>
        </p:nvSpPr>
        <p:spPr>
          <a:xfrm>
            <a:off x="3782033" y="4578516"/>
            <a:ext cx="1487754" cy="41787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dirty="0">
              <a:latin typeface="Ford Antenna Medium" panose="02000505000000020004" pitchFamily="2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960DF52-D663-668C-13A3-C35E8E755C44}"/>
              </a:ext>
            </a:extLst>
          </p:cNvPr>
          <p:cNvSpPr/>
          <p:nvPr/>
        </p:nvSpPr>
        <p:spPr>
          <a:xfrm>
            <a:off x="3818038" y="5027132"/>
            <a:ext cx="3421807" cy="53221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Ford Antenna Medium" panose="02000505000000020004" pitchFamily="2" charset="0"/>
              </a:rPr>
              <a:t>API Landscape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BE05CCF-B1AE-D71A-8875-A12CD1AAB4DA}"/>
              </a:ext>
            </a:extLst>
          </p:cNvPr>
          <p:cNvSpPr/>
          <p:nvPr/>
        </p:nvSpPr>
        <p:spPr>
          <a:xfrm>
            <a:off x="3818037" y="4801353"/>
            <a:ext cx="413912" cy="16917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700" dirty="0">
                <a:latin typeface="Ford Antenna Medium" panose="02000505000000020004" pitchFamily="2" charset="0"/>
              </a:rPr>
              <a:t>API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C4AC118-26FD-93CB-7A5A-45DF0A7B470D}"/>
              </a:ext>
            </a:extLst>
          </p:cNvPr>
          <p:cNvSpPr/>
          <p:nvPr/>
        </p:nvSpPr>
        <p:spPr>
          <a:xfrm>
            <a:off x="4319353" y="4801353"/>
            <a:ext cx="413912" cy="16917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700" dirty="0">
                <a:latin typeface="Ford Antenna Medium" panose="02000505000000020004" pitchFamily="2" charset="0"/>
              </a:rPr>
              <a:t>API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218F74E-997C-3224-603C-7244622CF7C1}"/>
              </a:ext>
            </a:extLst>
          </p:cNvPr>
          <p:cNvSpPr/>
          <p:nvPr/>
        </p:nvSpPr>
        <p:spPr>
          <a:xfrm>
            <a:off x="4820669" y="4801353"/>
            <a:ext cx="413912" cy="16917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700" dirty="0">
                <a:latin typeface="Ford Antenna Medium" panose="02000505000000020004" pitchFamily="2" charset="0"/>
              </a:rPr>
              <a:t>API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4326971-236A-87A5-10B7-1968D838B138}"/>
              </a:ext>
            </a:extLst>
          </p:cNvPr>
          <p:cNvSpPr/>
          <p:nvPr/>
        </p:nvSpPr>
        <p:spPr>
          <a:xfrm>
            <a:off x="5321985" y="4801353"/>
            <a:ext cx="413912" cy="16917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700" dirty="0">
                <a:latin typeface="Ford Antenna Medium" panose="02000505000000020004" pitchFamily="2" charset="0"/>
              </a:rPr>
              <a:t>API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D1DF81A-AF57-A482-022C-B0D6BB91036B}"/>
              </a:ext>
            </a:extLst>
          </p:cNvPr>
          <p:cNvSpPr/>
          <p:nvPr/>
        </p:nvSpPr>
        <p:spPr>
          <a:xfrm>
            <a:off x="5823301" y="4807015"/>
            <a:ext cx="413912" cy="16917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700" dirty="0">
                <a:latin typeface="Ford Antenna Medium" panose="02000505000000020004" pitchFamily="2" charset="0"/>
              </a:rPr>
              <a:t>API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374E6DE-6CFE-B7FD-13D9-E685FFEEA281}"/>
              </a:ext>
            </a:extLst>
          </p:cNvPr>
          <p:cNvSpPr/>
          <p:nvPr/>
        </p:nvSpPr>
        <p:spPr>
          <a:xfrm>
            <a:off x="6324617" y="4801353"/>
            <a:ext cx="413912" cy="16917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700" dirty="0">
                <a:latin typeface="Ford Antenna Medium" panose="02000505000000020004" pitchFamily="2" charset="0"/>
              </a:rPr>
              <a:t>API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87359FA-BAE6-FA50-6F84-EE55863BE996}"/>
              </a:ext>
            </a:extLst>
          </p:cNvPr>
          <p:cNvSpPr/>
          <p:nvPr/>
        </p:nvSpPr>
        <p:spPr>
          <a:xfrm>
            <a:off x="6825933" y="4801353"/>
            <a:ext cx="413912" cy="16917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700" dirty="0">
                <a:latin typeface="Ford Antenna Medium" panose="02000505000000020004" pitchFamily="2" charset="0"/>
              </a:rPr>
              <a:t>API</a:t>
            </a:r>
          </a:p>
        </p:txBody>
      </p:sp>
      <p:sp>
        <p:nvSpPr>
          <p:cNvPr id="24" name="Can 23">
            <a:extLst>
              <a:ext uri="{FF2B5EF4-FFF2-40B4-BE49-F238E27FC236}">
                <a16:creationId xmlns:a16="http://schemas.microsoft.com/office/drawing/2014/main" id="{0014C61D-F435-8919-7EC3-87B91D1DC55A}"/>
              </a:ext>
            </a:extLst>
          </p:cNvPr>
          <p:cNvSpPr/>
          <p:nvPr/>
        </p:nvSpPr>
        <p:spPr>
          <a:xfrm>
            <a:off x="3818038" y="3275489"/>
            <a:ext cx="1327484" cy="840623"/>
          </a:xfrm>
          <a:prstGeom prst="can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latin typeface="Ford Antenna Medium" panose="02000505000000020004" pitchFamily="2" charset="0"/>
              </a:rPr>
              <a:t>Search /</a:t>
            </a:r>
            <a:br>
              <a:rPr lang="en-CH" sz="1400" dirty="0">
                <a:latin typeface="Ford Antenna Medium" panose="02000505000000020004" pitchFamily="2" charset="0"/>
              </a:rPr>
            </a:br>
            <a:r>
              <a:rPr lang="en-CH" sz="1400" dirty="0">
                <a:latin typeface="Ford Antenna Medium" panose="02000505000000020004" pitchFamily="2" charset="0"/>
              </a:rPr>
              <a:t>Ranking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02C18B5-3CFC-08F7-E577-F8F8F2E9DA56}"/>
              </a:ext>
            </a:extLst>
          </p:cNvPr>
          <p:cNvSpPr/>
          <p:nvPr/>
        </p:nvSpPr>
        <p:spPr>
          <a:xfrm>
            <a:off x="4019284" y="4492410"/>
            <a:ext cx="1008310" cy="16917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700" dirty="0">
                <a:latin typeface="Ford Antenna Medium" panose="02000505000000020004" pitchFamily="2" charset="0"/>
              </a:rPr>
              <a:t>Workflow / API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E23A43E-527F-4876-E832-DC937ECEB06A}"/>
              </a:ext>
            </a:extLst>
          </p:cNvPr>
          <p:cNvSpPr/>
          <p:nvPr/>
        </p:nvSpPr>
        <p:spPr>
          <a:xfrm>
            <a:off x="5403962" y="3404628"/>
            <a:ext cx="1835883" cy="647719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600" dirty="0">
                <a:latin typeface="Ford Antenna Medium" panose="02000505000000020004" pitchFamily="2" charset="0"/>
              </a:rPr>
              <a:t>Security / Observability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8823745C-3A64-303C-F60E-9EAA1EAC0B6D}"/>
              </a:ext>
            </a:extLst>
          </p:cNvPr>
          <p:cNvSpPr/>
          <p:nvPr/>
        </p:nvSpPr>
        <p:spPr>
          <a:xfrm>
            <a:off x="3818039" y="2407288"/>
            <a:ext cx="3421806" cy="53221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Ford Antenna Medium" panose="02000505000000020004" pitchFamily="2" charset="0"/>
              </a:rPr>
              <a:t>Consumers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F0A2C82-013D-A505-6ED3-60AE5DBE2D43}"/>
              </a:ext>
            </a:extLst>
          </p:cNvPr>
          <p:cNvCxnSpPr>
            <a:cxnSpLocks/>
            <a:stCxn id="27" idx="2"/>
          </p:cNvCxnSpPr>
          <p:nvPr/>
        </p:nvCxnSpPr>
        <p:spPr>
          <a:xfrm>
            <a:off x="6321904" y="4052347"/>
            <a:ext cx="0" cy="609233"/>
          </a:xfrm>
          <a:prstGeom prst="straightConnector1">
            <a:avLst/>
          </a:prstGeom>
          <a:ln w="5715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9F55E8B9-40F5-B29B-FFBA-F68E155D725F}"/>
              </a:ext>
            </a:extLst>
          </p:cNvPr>
          <p:cNvCxnSpPr>
            <a:cxnSpLocks/>
          </p:cNvCxnSpPr>
          <p:nvPr/>
        </p:nvCxnSpPr>
        <p:spPr>
          <a:xfrm flipV="1">
            <a:off x="4455578" y="2939498"/>
            <a:ext cx="0" cy="426409"/>
          </a:xfrm>
          <a:prstGeom prst="straightConnector1">
            <a:avLst/>
          </a:prstGeom>
          <a:ln w="5715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9AA0A456-C666-C844-BC17-35313112CA3B}"/>
              </a:ext>
            </a:extLst>
          </p:cNvPr>
          <p:cNvCxnSpPr>
            <a:cxnSpLocks/>
            <a:endCxn id="27" idx="0"/>
          </p:cNvCxnSpPr>
          <p:nvPr/>
        </p:nvCxnSpPr>
        <p:spPr>
          <a:xfrm>
            <a:off x="6321904" y="2939498"/>
            <a:ext cx="0" cy="465130"/>
          </a:xfrm>
          <a:prstGeom prst="straightConnector1">
            <a:avLst/>
          </a:prstGeom>
          <a:ln w="5715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9704E795-1783-FBA3-1515-105DC3B38A87}"/>
              </a:ext>
            </a:extLst>
          </p:cNvPr>
          <p:cNvCxnSpPr>
            <a:cxnSpLocks/>
            <a:endCxn id="24" idx="3"/>
          </p:cNvCxnSpPr>
          <p:nvPr/>
        </p:nvCxnSpPr>
        <p:spPr>
          <a:xfrm flipV="1">
            <a:off x="4481780" y="4116112"/>
            <a:ext cx="0" cy="299831"/>
          </a:xfrm>
          <a:prstGeom prst="straightConnector1">
            <a:avLst/>
          </a:prstGeom>
          <a:ln w="5715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8034551-3386-94FE-B8B0-3457C9BF6AB3}"/>
              </a:ext>
            </a:extLst>
          </p:cNvPr>
          <p:cNvSpPr txBox="1"/>
          <p:nvPr/>
        </p:nvSpPr>
        <p:spPr>
          <a:xfrm>
            <a:off x="3791451" y="1573515"/>
            <a:ext cx="34055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>
                <a:solidFill>
                  <a:schemeClr val="accent6">
                    <a:lumMod val="50000"/>
                  </a:schemeClr>
                </a:solidFill>
                <a:latin typeface="Ford Antenna Medium" panose="02000505000000020004" pitchFamily="2" charset="0"/>
              </a:rPr>
              <a:t>Step #4: Creating Intent-Based Workflows</a:t>
            </a:r>
          </a:p>
        </p:txBody>
      </p:sp>
    </p:spTree>
    <p:extLst>
      <p:ext uri="{BB962C8B-B14F-4D97-AF65-F5344CB8AC3E}">
        <p14:creationId xmlns:p14="http://schemas.microsoft.com/office/powerpoint/2010/main" val="41340591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7A2EE3-FDD4-4A10-3E62-02EC8CD9E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95B10938-4368-A4C2-0F08-EAF1D0B1C89D}"/>
              </a:ext>
            </a:extLst>
          </p:cNvPr>
          <p:cNvSpPr/>
          <p:nvPr/>
        </p:nvSpPr>
        <p:spPr>
          <a:xfrm>
            <a:off x="5588732" y="4426665"/>
            <a:ext cx="3584934" cy="122323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dirty="0">
              <a:latin typeface="Ford Antenna Medium" panose="02000505000000020004" pitchFamily="2" charset="0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BAFE6AE-C419-2157-0756-F57562BB6343}"/>
              </a:ext>
            </a:extLst>
          </p:cNvPr>
          <p:cNvSpPr/>
          <p:nvPr/>
        </p:nvSpPr>
        <p:spPr>
          <a:xfrm>
            <a:off x="1859077" y="4426665"/>
            <a:ext cx="3584934" cy="122323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dirty="0">
              <a:latin typeface="Ford Antenna Medium" panose="02000505000000020004" pitchFamily="2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AA34780-C423-DE87-28CA-044593083815}"/>
              </a:ext>
            </a:extLst>
          </p:cNvPr>
          <p:cNvSpPr/>
          <p:nvPr/>
        </p:nvSpPr>
        <p:spPr>
          <a:xfrm>
            <a:off x="1909165" y="4578516"/>
            <a:ext cx="1487754" cy="41787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dirty="0">
              <a:latin typeface="Ford Antenna Medium" panose="02000505000000020004" pitchFamily="2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554EB6-FE10-9006-4C99-D0905589C488}"/>
              </a:ext>
            </a:extLst>
          </p:cNvPr>
          <p:cNvSpPr/>
          <p:nvPr/>
        </p:nvSpPr>
        <p:spPr>
          <a:xfrm>
            <a:off x="1945170" y="5027132"/>
            <a:ext cx="3421807" cy="53221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Ford Antenna Medium" panose="02000505000000020004" pitchFamily="2" charset="0"/>
              </a:rPr>
              <a:t>API Landscape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AAC2F9F-BAF2-C362-F15F-9B0B9E56D272}"/>
              </a:ext>
            </a:extLst>
          </p:cNvPr>
          <p:cNvSpPr/>
          <p:nvPr/>
        </p:nvSpPr>
        <p:spPr>
          <a:xfrm>
            <a:off x="1945169" y="4801353"/>
            <a:ext cx="413912" cy="16917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700" dirty="0">
                <a:latin typeface="Ford Antenna Medium" panose="02000505000000020004" pitchFamily="2" charset="0"/>
              </a:rPr>
              <a:t>API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086515-FBE4-16D9-75DB-22189D30B57F}"/>
              </a:ext>
            </a:extLst>
          </p:cNvPr>
          <p:cNvSpPr/>
          <p:nvPr/>
        </p:nvSpPr>
        <p:spPr>
          <a:xfrm>
            <a:off x="2446485" y="4801353"/>
            <a:ext cx="413912" cy="16917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700" dirty="0">
                <a:latin typeface="Ford Antenna Medium" panose="02000505000000020004" pitchFamily="2" charset="0"/>
              </a:rPr>
              <a:t>API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75EFAAE-020C-0B3F-A936-F3FD5EDD59CA}"/>
              </a:ext>
            </a:extLst>
          </p:cNvPr>
          <p:cNvSpPr/>
          <p:nvPr/>
        </p:nvSpPr>
        <p:spPr>
          <a:xfrm>
            <a:off x="2947801" y="4801353"/>
            <a:ext cx="413912" cy="16917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700" dirty="0">
                <a:latin typeface="Ford Antenna Medium" panose="02000505000000020004" pitchFamily="2" charset="0"/>
              </a:rPr>
              <a:t>API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BD2656-0D2F-08A5-D79A-7DDC414B2D69}"/>
              </a:ext>
            </a:extLst>
          </p:cNvPr>
          <p:cNvSpPr/>
          <p:nvPr/>
        </p:nvSpPr>
        <p:spPr>
          <a:xfrm>
            <a:off x="3449117" y="4801353"/>
            <a:ext cx="413912" cy="16917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700" dirty="0">
                <a:latin typeface="Ford Antenna Medium" panose="02000505000000020004" pitchFamily="2" charset="0"/>
              </a:rPr>
              <a:t>API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DAC06DE-2C1F-9DBE-3FF2-AAFECEC9B55D}"/>
              </a:ext>
            </a:extLst>
          </p:cNvPr>
          <p:cNvSpPr/>
          <p:nvPr/>
        </p:nvSpPr>
        <p:spPr>
          <a:xfrm>
            <a:off x="3950433" y="4807015"/>
            <a:ext cx="413912" cy="16917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700" dirty="0">
                <a:latin typeface="Ford Antenna Medium" panose="02000505000000020004" pitchFamily="2" charset="0"/>
              </a:rPr>
              <a:t>API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4B25672-251E-5EC3-46EA-A6FC9E1D48D9}"/>
              </a:ext>
            </a:extLst>
          </p:cNvPr>
          <p:cNvSpPr/>
          <p:nvPr/>
        </p:nvSpPr>
        <p:spPr>
          <a:xfrm>
            <a:off x="4451749" y="4801353"/>
            <a:ext cx="413912" cy="16917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700" dirty="0">
                <a:latin typeface="Ford Antenna Medium" panose="02000505000000020004" pitchFamily="2" charset="0"/>
              </a:rPr>
              <a:t>API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0494DD0-C5B7-35CA-14E0-C14D2036BDED}"/>
              </a:ext>
            </a:extLst>
          </p:cNvPr>
          <p:cNvSpPr/>
          <p:nvPr/>
        </p:nvSpPr>
        <p:spPr>
          <a:xfrm>
            <a:off x="4953065" y="4801353"/>
            <a:ext cx="413912" cy="16917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700" dirty="0">
                <a:latin typeface="Ford Antenna Medium" panose="02000505000000020004" pitchFamily="2" charset="0"/>
              </a:rPr>
              <a:t>API</a:t>
            </a:r>
          </a:p>
        </p:txBody>
      </p:sp>
      <p:sp>
        <p:nvSpPr>
          <p:cNvPr id="24" name="Can 23">
            <a:extLst>
              <a:ext uri="{FF2B5EF4-FFF2-40B4-BE49-F238E27FC236}">
                <a16:creationId xmlns:a16="http://schemas.microsoft.com/office/drawing/2014/main" id="{DA0E407C-6EE1-16B1-B381-DDA5C2FD2F1D}"/>
              </a:ext>
            </a:extLst>
          </p:cNvPr>
          <p:cNvSpPr/>
          <p:nvPr/>
        </p:nvSpPr>
        <p:spPr>
          <a:xfrm>
            <a:off x="1945170" y="3275489"/>
            <a:ext cx="1327484" cy="840623"/>
          </a:xfrm>
          <a:prstGeom prst="can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latin typeface="Ford Antenna Medium" panose="02000505000000020004" pitchFamily="2" charset="0"/>
              </a:rPr>
              <a:t>Search /</a:t>
            </a:r>
            <a:br>
              <a:rPr lang="en-CH" sz="1400" dirty="0">
                <a:latin typeface="Ford Antenna Medium" panose="02000505000000020004" pitchFamily="2" charset="0"/>
              </a:rPr>
            </a:br>
            <a:r>
              <a:rPr lang="en-CH" sz="1400" dirty="0">
                <a:latin typeface="Ford Antenna Medium" panose="02000505000000020004" pitchFamily="2" charset="0"/>
              </a:rPr>
              <a:t>Ranking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F2274B5-9203-DFD0-0546-451216C3ECF4}"/>
              </a:ext>
            </a:extLst>
          </p:cNvPr>
          <p:cNvSpPr/>
          <p:nvPr/>
        </p:nvSpPr>
        <p:spPr>
          <a:xfrm>
            <a:off x="2146416" y="4492410"/>
            <a:ext cx="1008310" cy="16917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700" dirty="0">
                <a:latin typeface="Ford Antenna Medium" panose="02000505000000020004" pitchFamily="2" charset="0"/>
              </a:rPr>
              <a:t>Workflow / API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E6D488E-2DB7-8849-66E2-FF0FAEF3C517}"/>
              </a:ext>
            </a:extLst>
          </p:cNvPr>
          <p:cNvSpPr/>
          <p:nvPr/>
        </p:nvSpPr>
        <p:spPr>
          <a:xfrm>
            <a:off x="3531094" y="3429695"/>
            <a:ext cx="5561009" cy="53221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600" dirty="0">
                <a:latin typeface="Ford Antenna Medium" panose="02000505000000020004" pitchFamily="2" charset="0"/>
              </a:rPr>
              <a:t>Security / Observability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8846DC9-6F53-7AA0-9351-7B5CF21AFBB7}"/>
              </a:ext>
            </a:extLst>
          </p:cNvPr>
          <p:cNvSpPr/>
          <p:nvPr/>
        </p:nvSpPr>
        <p:spPr>
          <a:xfrm>
            <a:off x="5670296" y="5027132"/>
            <a:ext cx="3421807" cy="53221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Ford Antenna Medium" panose="02000505000000020004" pitchFamily="2" charset="0"/>
              </a:rPr>
              <a:t>API Sandboxes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4F56A65-A04E-9C9D-B82E-FBF6387D6857}"/>
              </a:ext>
            </a:extLst>
          </p:cNvPr>
          <p:cNvSpPr/>
          <p:nvPr/>
        </p:nvSpPr>
        <p:spPr>
          <a:xfrm>
            <a:off x="5634291" y="4578516"/>
            <a:ext cx="1487754" cy="41787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dirty="0">
              <a:latin typeface="Ford Antenna Medium" panose="02000505000000020004" pitchFamily="2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8306E9D-CE82-8FCE-CAEA-F095F4AEBCE9}"/>
              </a:ext>
            </a:extLst>
          </p:cNvPr>
          <p:cNvSpPr/>
          <p:nvPr/>
        </p:nvSpPr>
        <p:spPr>
          <a:xfrm>
            <a:off x="5670295" y="4801353"/>
            <a:ext cx="413912" cy="16917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700" dirty="0">
                <a:latin typeface="Ford Antenna Medium" panose="02000505000000020004" pitchFamily="2" charset="0"/>
              </a:rPr>
              <a:t>API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A1D8876-0EC5-12FB-A039-DE9757F0ED20}"/>
              </a:ext>
            </a:extLst>
          </p:cNvPr>
          <p:cNvSpPr/>
          <p:nvPr/>
        </p:nvSpPr>
        <p:spPr>
          <a:xfrm>
            <a:off x="6171611" y="4801353"/>
            <a:ext cx="413912" cy="16917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700" dirty="0">
                <a:latin typeface="Ford Antenna Medium" panose="02000505000000020004" pitchFamily="2" charset="0"/>
              </a:rPr>
              <a:t>API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D19A5CD3-B11E-19AE-224F-2724A1F575B3}"/>
              </a:ext>
            </a:extLst>
          </p:cNvPr>
          <p:cNvSpPr/>
          <p:nvPr/>
        </p:nvSpPr>
        <p:spPr>
          <a:xfrm>
            <a:off x="6672927" y="4801353"/>
            <a:ext cx="413912" cy="16917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700" dirty="0">
                <a:latin typeface="Ford Antenna Medium" panose="02000505000000020004" pitchFamily="2" charset="0"/>
              </a:rPr>
              <a:t>API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AB38BF9-7086-460B-57C3-35C4FC2B9957}"/>
              </a:ext>
            </a:extLst>
          </p:cNvPr>
          <p:cNvSpPr/>
          <p:nvPr/>
        </p:nvSpPr>
        <p:spPr>
          <a:xfrm>
            <a:off x="7174243" y="4801353"/>
            <a:ext cx="413912" cy="16917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700" dirty="0">
                <a:latin typeface="Ford Antenna Medium" panose="02000505000000020004" pitchFamily="2" charset="0"/>
              </a:rPr>
              <a:t>API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6716C40-9C58-3899-727E-A7D14AE78E71}"/>
              </a:ext>
            </a:extLst>
          </p:cNvPr>
          <p:cNvSpPr/>
          <p:nvPr/>
        </p:nvSpPr>
        <p:spPr>
          <a:xfrm>
            <a:off x="7675559" y="4807015"/>
            <a:ext cx="413912" cy="16917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700" dirty="0">
                <a:latin typeface="Ford Antenna Medium" panose="02000505000000020004" pitchFamily="2" charset="0"/>
              </a:rPr>
              <a:t>API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C33CC5C-FF7E-4327-1EBD-BE828703167A}"/>
              </a:ext>
            </a:extLst>
          </p:cNvPr>
          <p:cNvSpPr/>
          <p:nvPr/>
        </p:nvSpPr>
        <p:spPr>
          <a:xfrm>
            <a:off x="8176875" y="4801353"/>
            <a:ext cx="413912" cy="16917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700" dirty="0">
                <a:latin typeface="Ford Antenna Medium" panose="02000505000000020004" pitchFamily="2" charset="0"/>
              </a:rPr>
              <a:t>API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8EBB2D9-F3E1-5F12-966E-F7DB280E1159}"/>
              </a:ext>
            </a:extLst>
          </p:cNvPr>
          <p:cNvSpPr/>
          <p:nvPr/>
        </p:nvSpPr>
        <p:spPr>
          <a:xfrm>
            <a:off x="8678191" y="4801353"/>
            <a:ext cx="413912" cy="16917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700" dirty="0">
                <a:latin typeface="Ford Antenna Medium" panose="02000505000000020004" pitchFamily="2" charset="0"/>
              </a:rPr>
              <a:t>API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9387854-C639-5079-537A-11A81C3C16B4}"/>
              </a:ext>
            </a:extLst>
          </p:cNvPr>
          <p:cNvSpPr/>
          <p:nvPr/>
        </p:nvSpPr>
        <p:spPr>
          <a:xfrm>
            <a:off x="5871542" y="4492410"/>
            <a:ext cx="1008310" cy="16917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700" dirty="0">
                <a:latin typeface="Ford Antenna Medium" panose="02000505000000020004" pitchFamily="2" charset="0"/>
              </a:rPr>
              <a:t>Workflow / API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337E8DCE-9D06-67CA-6FE3-57D7B5692CB3}"/>
              </a:ext>
            </a:extLst>
          </p:cNvPr>
          <p:cNvSpPr/>
          <p:nvPr/>
        </p:nvSpPr>
        <p:spPr>
          <a:xfrm>
            <a:off x="1945171" y="2407288"/>
            <a:ext cx="7146932" cy="53221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Ford Antenna Medium" panose="02000505000000020004" pitchFamily="2" charset="0"/>
              </a:rPr>
              <a:t>Consumers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DEA0FD7E-2B5E-0419-1967-426699A31287}"/>
              </a:ext>
            </a:extLst>
          </p:cNvPr>
          <p:cNvCxnSpPr>
            <a:cxnSpLocks/>
          </p:cNvCxnSpPr>
          <p:nvPr/>
        </p:nvCxnSpPr>
        <p:spPr>
          <a:xfrm flipH="1">
            <a:off x="4274288" y="3961905"/>
            <a:ext cx="913651" cy="616611"/>
          </a:xfrm>
          <a:prstGeom prst="straightConnector1">
            <a:avLst/>
          </a:prstGeom>
          <a:ln w="5715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A652008-C09B-8AD3-36F8-2176CB30EC88}"/>
              </a:ext>
            </a:extLst>
          </p:cNvPr>
          <p:cNvCxnSpPr>
            <a:cxnSpLocks/>
          </p:cNvCxnSpPr>
          <p:nvPr/>
        </p:nvCxnSpPr>
        <p:spPr>
          <a:xfrm>
            <a:off x="7323297" y="3961905"/>
            <a:ext cx="688325" cy="616611"/>
          </a:xfrm>
          <a:prstGeom prst="straightConnector1">
            <a:avLst/>
          </a:prstGeom>
          <a:ln w="5715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F920507-8B41-090B-EE79-B0207B5CB084}"/>
              </a:ext>
            </a:extLst>
          </p:cNvPr>
          <p:cNvCxnSpPr>
            <a:cxnSpLocks/>
          </p:cNvCxnSpPr>
          <p:nvPr/>
        </p:nvCxnSpPr>
        <p:spPr>
          <a:xfrm flipV="1">
            <a:off x="2582710" y="2939498"/>
            <a:ext cx="0" cy="426409"/>
          </a:xfrm>
          <a:prstGeom prst="straightConnector1">
            <a:avLst/>
          </a:prstGeom>
          <a:ln w="5715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D3468FCA-2EAC-40D7-5613-8592CECE27D7}"/>
              </a:ext>
            </a:extLst>
          </p:cNvPr>
          <p:cNvCxnSpPr>
            <a:cxnSpLocks/>
            <a:endCxn id="27" idx="0"/>
          </p:cNvCxnSpPr>
          <p:nvPr/>
        </p:nvCxnSpPr>
        <p:spPr>
          <a:xfrm>
            <a:off x="6311598" y="2939498"/>
            <a:ext cx="1" cy="490197"/>
          </a:xfrm>
          <a:prstGeom prst="straightConnector1">
            <a:avLst/>
          </a:prstGeom>
          <a:ln w="5715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E032B56D-204C-222F-084C-D09D946F2976}"/>
              </a:ext>
            </a:extLst>
          </p:cNvPr>
          <p:cNvCxnSpPr>
            <a:cxnSpLocks/>
            <a:endCxn id="24" idx="3"/>
          </p:cNvCxnSpPr>
          <p:nvPr/>
        </p:nvCxnSpPr>
        <p:spPr>
          <a:xfrm flipV="1">
            <a:off x="2608912" y="4116112"/>
            <a:ext cx="0" cy="299831"/>
          </a:xfrm>
          <a:prstGeom prst="straightConnector1">
            <a:avLst/>
          </a:prstGeom>
          <a:ln w="5715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8DAAF401-B57C-87B0-38A7-92C9D55A8109}"/>
              </a:ext>
            </a:extLst>
          </p:cNvPr>
          <p:cNvSpPr txBox="1"/>
          <p:nvPr/>
        </p:nvSpPr>
        <p:spPr>
          <a:xfrm>
            <a:off x="1945169" y="1573515"/>
            <a:ext cx="71469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>
                <a:solidFill>
                  <a:schemeClr val="accent6">
                    <a:lumMod val="50000"/>
                  </a:schemeClr>
                </a:solidFill>
                <a:latin typeface="Ford Antenna Medium" panose="02000505000000020004" pitchFamily="2" charset="0"/>
              </a:rPr>
              <a:t>Step #5: Safe Experimentation with Sandboxes</a:t>
            </a:r>
          </a:p>
        </p:txBody>
      </p:sp>
    </p:spTree>
    <p:extLst>
      <p:ext uri="{BB962C8B-B14F-4D97-AF65-F5344CB8AC3E}">
        <p14:creationId xmlns:p14="http://schemas.microsoft.com/office/powerpoint/2010/main" val="30628791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Madison</Template>
  <TotalTime>607</TotalTime>
  <Words>139</Words>
  <Application>Microsoft Macintosh PowerPoint</Application>
  <PresentationFormat>Widescreen</PresentationFormat>
  <Paragraphs>71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Ford Antenna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Wilde, Erik</dc:creator>
  <cp:lastModifiedBy>Wilde, Erik</cp:lastModifiedBy>
  <cp:revision>11</cp:revision>
  <dcterms:created xsi:type="dcterms:W3CDTF">2025-07-30T18:23:43Z</dcterms:created>
  <dcterms:modified xsi:type="dcterms:W3CDTF">2025-10-07T17:00:55Z</dcterms:modified>
</cp:coreProperties>
</file>