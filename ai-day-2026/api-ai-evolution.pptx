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6" r:id="rId3"/>
    <p:sldId id="264" r:id="rId4"/>
    <p:sldId id="261" r:id="rId5"/>
    <p:sldId id="262" r:id="rId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155"/>
    <a:srgbClr val="7A8F91"/>
    <a:srgbClr val="9DB7BB"/>
    <a:srgbClr val="D7FEFF"/>
    <a:srgbClr val="ABC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79"/>
    <p:restoredTop sz="94658"/>
  </p:normalViewPr>
  <p:slideViewPr>
    <p:cSldViewPr snapToGrid="0">
      <p:cViewPr varScale="1">
        <p:scale>
          <a:sx n="106" d="100"/>
          <a:sy n="106" d="100"/>
        </p:scale>
        <p:origin x="4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8CA7-4E84-05C6-EE84-00CD5146F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E3EF1-4612-664D-16A4-38A45F16B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EF037-A80A-CD52-1B6D-717ACD0F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09C6F-41E1-ADEC-4266-7DBEAFA7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B092-88EC-5EA1-B1FB-522BE41B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2442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F361-8984-5310-B8F4-1B519435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F524-CFF6-02A7-1D25-BC066271B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D8107-280A-6F5B-7FE4-1EE4F493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53095-8256-077B-BECA-9BB91A2CC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4742D-DB77-A3DB-8957-7A2E898F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8674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1290-9442-BACB-54DB-4071B40B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2C7B8-542C-3507-2FB4-83ADB7012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2BADA-E53E-EE04-4E73-FB60E011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6235-E5BD-0852-FE38-41E554BC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4DC0-9A83-FF5F-E352-39A3654D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392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2A78-2A09-5A0B-609D-04EE45E9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88CBE-9415-4673-C9EB-23168CAB5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8CECC-5F40-61CA-1A4A-05B9D013E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105EA-25FF-4227-7F7C-1D53DDC7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0918F-F5B1-E18C-77D9-BA3B47B2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8104F-8C45-C5B7-07EA-8621C7BE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8476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7435-84A7-8484-C28A-3735083E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FB8AD-4EE1-6CE2-2E6B-DFE95B447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A67F3-6B18-F033-1DDC-FED9E41CA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39D5A-7D6F-5ADD-95FC-883BD51A9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B4CFA-DB4E-6838-E504-C928D3A67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BB8AA-8211-048C-0D40-97EA971D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AE6FA-7483-7775-C7CC-C89D1C72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0BAB9-05B8-FB0A-8399-BF8F7FE7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354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DC410-0704-DD18-105B-5A45064D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01289-75D8-8BC6-3C09-B6AD8855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D0737-93B5-6A82-2785-4C1128ED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81168-38BD-82BC-E0CD-C1131AFF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508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E58CF-CA59-4BFD-4AF3-54E909CC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79B7B-1786-EE4F-F8B5-8D45BEB8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5BC0-A384-EADA-295E-131A0F10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8340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A62A3-AFC1-B65A-3E9F-1B91C198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3697-BAFE-521F-BBD2-3833C2D0E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418D6-DFE4-95E2-EE2A-7D444829A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0C6F6-4B18-2E9D-878E-294877DD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E04AD-34A3-CEFF-7C17-B3C3EE3C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A6B30-4D8F-C083-EA96-28BD3A84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3426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C207-20BC-8205-C9B7-7ECF7D60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98F1C-3999-5279-C997-42C943B3C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0B65A-0628-26C9-BCDE-10080DBAB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49A3B-CC8E-3E81-EE3B-A093E93C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7547C-6F3E-3D59-5E7E-1E371AB1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90A15-0F79-FB30-F6C3-7ED603B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5193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1499-4738-2AD8-9114-A007E052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759A4-E386-6100-A025-05ADB5CF5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3C8C5-81EF-5F84-CA58-6292001F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FEF99-9029-DD16-6638-27F99049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46B97-B97C-95EF-4E28-E05EF14D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3065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2AEDA-59B7-6E3F-AE72-2C4763F9F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EB891-9C82-0861-A513-44670DEB5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03E5-7CB2-AB4A-0BE7-7C403DB0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05C9F-F4B8-8223-74CE-289190D6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EB536-41D4-20CF-5078-CD52046E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4842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EB81B-B950-E06A-BCE0-A0ED0317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3DD2E-787D-5D06-E05F-E4DE9E41E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A972A-4029-80E0-73F1-7BCDE456A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285B4-9383-6C4B-8658-D924852542BC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C00BB-1634-8259-EEFC-BBFFD0519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77C2C-817F-0BAA-8476-E68BB1456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387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6E262-DD47-A0AB-8AB3-6FCCBD87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64FCE695-6562-CBFE-256B-79F3B792E651}"/>
              </a:ext>
            </a:extLst>
          </p:cNvPr>
          <p:cNvSpPr/>
          <p:nvPr/>
        </p:nvSpPr>
        <p:spPr>
          <a:xfrm>
            <a:off x="3726170" y="4491318"/>
            <a:ext cx="3584934" cy="1158584"/>
          </a:xfrm>
          <a:prstGeom prst="rect">
            <a:avLst/>
          </a:prstGeom>
          <a:solidFill>
            <a:srgbClr val="ABC9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E5DEB-0B5E-9454-2D9A-B95DC50DA3BD}"/>
              </a:ext>
            </a:extLst>
          </p:cNvPr>
          <p:cNvSpPr/>
          <p:nvPr/>
        </p:nvSpPr>
        <p:spPr>
          <a:xfrm>
            <a:off x="3812263" y="5027132"/>
            <a:ext cx="3421807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Digital Capabilities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9C271B-EBF3-2C03-8E93-A61B49E70C0F}"/>
              </a:ext>
            </a:extLst>
          </p:cNvPr>
          <p:cNvSpPr/>
          <p:nvPr/>
        </p:nvSpPr>
        <p:spPr>
          <a:xfrm>
            <a:off x="3812262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4A3FD-61B3-0FA4-EF42-0380794774E8}"/>
              </a:ext>
            </a:extLst>
          </p:cNvPr>
          <p:cNvSpPr/>
          <p:nvPr/>
        </p:nvSpPr>
        <p:spPr>
          <a:xfrm>
            <a:off x="4313578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311CC-C748-414A-3327-1D8B3AD1283C}"/>
              </a:ext>
            </a:extLst>
          </p:cNvPr>
          <p:cNvSpPr/>
          <p:nvPr/>
        </p:nvSpPr>
        <p:spPr>
          <a:xfrm>
            <a:off x="4814894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F7892-3D05-A778-1AEE-F0D1D8ED6D53}"/>
              </a:ext>
            </a:extLst>
          </p:cNvPr>
          <p:cNvSpPr/>
          <p:nvPr/>
        </p:nvSpPr>
        <p:spPr>
          <a:xfrm>
            <a:off x="5316210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1E12A0-5FB7-3467-08FB-1300E06150A1}"/>
              </a:ext>
            </a:extLst>
          </p:cNvPr>
          <p:cNvSpPr/>
          <p:nvPr/>
        </p:nvSpPr>
        <p:spPr>
          <a:xfrm>
            <a:off x="3812264" y="2407288"/>
            <a:ext cx="3421806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09C06B6-621F-ABF0-02EF-B53E6EF1CDF0}"/>
              </a:ext>
            </a:extLst>
          </p:cNvPr>
          <p:cNvCxnSpPr>
            <a:cxnSpLocks/>
            <a:stCxn id="47" idx="2"/>
            <a:endCxn id="44" idx="0"/>
          </p:cNvCxnSpPr>
          <p:nvPr/>
        </p:nvCxnSpPr>
        <p:spPr>
          <a:xfrm flipH="1">
            <a:off x="5518637" y="2939498"/>
            <a:ext cx="4530" cy="1551820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E6B3B54-82F3-BB4C-EFA5-A86B083787F0}"/>
              </a:ext>
            </a:extLst>
          </p:cNvPr>
          <p:cNvSpPr txBox="1"/>
          <p:nvPr/>
        </p:nvSpPr>
        <p:spPr>
          <a:xfrm>
            <a:off x="3791451" y="1573515"/>
            <a:ext cx="3405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385155"/>
                </a:solidFill>
                <a:latin typeface="Ford Antenna Medium" panose="02000505000000020004" pitchFamily="2" charset="0"/>
              </a:rPr>
              <a:t>Step #1: More APIs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8DD14-ED18-40E3-B210-AEB0697DF251}"/>
              </a:ext>
            </a:extLst>
          </p:cNvPr>
          <p:cNvSpPr/>
          <p:nvPr/>
        </p:nvSpPr>
        <p:spPr>
          <a:xfrm>
            <a:off x="3812262" y="4575574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MCP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8F1FDD-FEA4-B1F8-4F17-17DD202FA034}"/>
              </a:ext>
            </a:extLst>
          </p:cNvPr>
          <p:cNvSpPr/>
          <p:nvPr/>
        </p:nvSpPr>
        <p:spPr>
          <a:xfrm>
            <a:off x="4313578" y="4575574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MCP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9CA573-C653-10DA-8F62-CD024116495C}"/>
              </a:ext>
            </a:extLst>
          </p:cNvPr>
          <p:cNvCxnSpPr>
            <a:cxnSpLocks/>
          </p:cNvCxnSpPr>
          <p:nvPr/>
        </p:nvCxnSpPr>
        <p:spPr>
          <a:xfrm>
            <a:off x="4814894" y="4671365"/>
            <a:ext cx="2382081" cy="0"/>
          </a:xfrm>
          <a:prstGeom prst="straightConnector1">
            <a:avLst/>
          </a:prstGeom>
          <a:ln w="28575">
            <a:solidFill>
              <a:srgbClr val="385155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485137-4D37-EC33-7681-F0D2C65A4E12}"/>
              </a:ext>
            </a:extLst>
          </p:cNvPr>
          <p:cNvCxnSpPr>
            <a:cxnSpLocks/>
          </p:cNvCxnSpPr>
          <p:nvPr/>
        </p:nvCxnSpPr>
        <p:spPr>
          <a:xfrm>
            <a:off x="5826276" y="4885938"/>
            <a:ext cx="1370699" cy="0"/>
          </a:xfrm>
          <a:prstGeom prst="straightConnector1">
            <a:avLst/>
          </a:prstGeom>
          <a:ln w="28575">
            <a:solidFill>
              <a:srgbClr val="385155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8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B82F-1232-2AF8-199F-37C34244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E853818-3A86-DD35-6D2C-54758D29129D}"/>
              </a:ext>
            </a:extLst>
          </p:cNvPr>
          <p:cNvSpPr/>
          <p:nvPr/>
        </p:nvSpPr>
        <p:spPr>
          <a:xfrm>
            <a:off x="3726170" y="3936839"/>
            <a:ext cx="3584934" cy="1713064"/>
          </a:xfrm>
          <a:prstGeom prst="rect">
            <a:avLst/>
          </a:prstGeom>
          <a:solidFill>
            <a:srgbClr val="ABC9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385155"/>
                </a:solidFill>
                <a:latin typeface="Ford Antenna Medium" panose="02000505000000020004" pitchFamily="2" charset="0"/>
              </a:rPr>
              <a:t>AI-Friendly API Description</a:t>
            </a:r>
          </a:p>
          <a:p>
            <a:pPr algn="ctr"/>
            <a:endParaRPr lang="en-CH" dirty="0">
              <a:solidFill>
                <a:srgbClr val="385155"/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rgbClr val="385155"/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rgbClr val="385155"/>
              </a:solidFill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02711D-FAC7-1130-4CB5-BD0DE7148357}"/>
              </a:ext>
            </a:extLst>
          </p:cNvPr>
          <p:cNvSpPr/>
          <p:nvPr/>
        </p:nvSpPr>
        <p:spPr>
          <a:xfrm>
            <a:off x="3812263" y="5027132"/>
            <a:ext cx="3421807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918981-865D-73A7-A46B-AFE5C016CEEF}"/>
              </a:ext>
            </a:extLst>
          </p:cNvPr>
          <p:cNvSpPr/>
          <p:nvPr/>
        </p:nvSpPr>
        <p:spPr>
          <a:xfrm>
            <a:off x="3812262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F358B4-DF1F-3DFE-48FD-14EAE43871A9}"/>
              </a:ext>
            </a:extLst>
          </p:cNvPr>
          <p:cNvSpPr/>
          <p:nvPr/>
        </p:nvSpPr>
        <p:spPr>
          <a:xfrm>
            <a:off x="4313578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13643F-AE08-2AE9-F967-47487CB552C9}"/>
              </a:ext>
            </a:extLst>
          </p:cNvPr>
          <p:cNvSpPr/>
          <p:nvPr/>
        </p:nvSpPr>
        <p:spPr>
          <a:xfrm>
            <a:off x="4814894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C119A5-A97C-BC43-B4A0-B7FFCD7958A4}"/>
              </a:ext>
            </a:extLst>
          </p:cNvPr>
          <p:cNvSpPr/>
          <p:nvPr/>
        </p:nvSpPr>
        <p:spPr>
          <a:xfrm>
            <a:off x="5316210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3C7F9-1CCE-6E93-BDC1-C482F4318D7C}"/>
              </a:ext>
            </a:extLst>
          </p:cNvPr>
          <p:cNvSpPr/>
          <p:nvPr/>
        </p:nvSpPr>
        <p:spPr>
          <a:xfrm>
            <a:off x="5817526" y="4807015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EA53B1-D234-33DB-09A2-C906CD58EB10}"/>
              </a:ext>
            </a:extLst>
          </p:cNvPr>
          <p:cNvSpPr/>
          <p:nvPr/>
        </p:nvSpPr>
        <p:spPr>
          <a:xfrm>
            <a:off x="6318842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CC143-A9C5-A8BA-16F8-300E62357CF5}"/>
              </a:ext>
            </a:extLst>
          </p:cNvPr>
          <p:cNvSpPr/>
          <p:nvPr/>
        </p:nvSpPr>
        <p:spPr>
          <a:xfrm>
            <a:off x="6820158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90D91C-31C7-658A-17CB-32D1B8E32D14}"/>
              </a:ext>
            </a:extLst>
          </p:cNvPr>
          <p:cNvSpPr/>
          <p:nvPr/>
        </p:nvSpPr>
        <p:spPr>
          <a:xfrm>
            <a:off x="3812264" y="2407288"/>
            <a:ext cx="3421806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C22F79-5DFB-5145-003E-504C7EDB28DA}"/>
              </a:ext>
            </a:extLst>
          </p:cNvPr>
          <p:cNvCxnSpPr>
            <a:cxnSpLocks/>
            <a:stCxn id="47" idx="2"/>
            <a:endCxn id="44" idx="0"/>
          </p:cNvCxnSpPr>
          <p:nvPr/>
        </p:nvCxnSpPr>
        <p:spPr>
          <a:xfrm flipH="1">
            <a:off x="5518637" y="2939498"/>
            <a:ext cx="4530" cy="997341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9AFEAD-772F-0E1F-9B43-BA2EF5180EBF}"/>
              </a:ext>
            </a:extLst>
          </p:cNvPr>
          <p:cNvSpPr txBox="1"/>
          <p:nvPr/>
        </p:nvSpPr>
        <p:spPr>
          <a:xfrm>
            <a:off x="3791451" y="1573515"/>
            <a:ext cx="3405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385155"/>
                </a:solidFill>
                <a:latin typeface="Ford Antenna Medium" panose="02000505000000020004" pitchFamily="2" charset="0"/>
              </a:rPr>
              <a:t>Step #2: Better Describes Tools</a:t>
            </a:r>
          </a:p>
        </p:txBody>
      </p:sp>
    </p:spTree>
    <p:extLst>
      <p:ext uri="{BB962C8B-B14F-4D97-AF65-F5344CB8AC3E}">
        <p14:creationId xmlns:p14="http://schemas.microsoft.com/office/powerpoint/2010/main" val="909422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BB11-BC5A-857B-5A61-A389E03A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90E96EF-0873-2CCD-24E6-F7C77896EDCE}"/>
              </a:ext>
            </a:extLst>
          </p:cNvPr>
          <p:cNvSpPr/>
          <p:nvPr/>
        </p:nvSpPr>
        <p:spPr>
          <a:xfrm>
            <a:off x="3721640" y="4426665"/>
            <a:ext cx="3584934" cy="1223237"/>
          </a:xfrm>
          <a:prstGeom prst="rect">
            <a:avLst/>
          </a:prstGeom>
          <a:solidFill>
            <a:srgbClr val="ABC9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F7156-A2B4-C40A-F871-52F0AA952746}"/>
              </a:ext>
            </a:extLst>
          </p:cNvPr>
          <p:cNvSpPr/>
          <p:nvPr/>
        </p:nvSpPr>
        <p:spPr>
          <a:xfrm>
            <a:off x="3807733" y="5027132"/>
            <a:ext cx="3421807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96C9FB-DB25-1CFB-6634-7B0EC4A03104}"/>
              </a:ext>
            </a:extLst>
          </p:cNvPr>
          <p:cNvSpPr/>
          <p:nvPr/>
        </p:nvSpPr>
        <p:spPr>
          <a:xfrm>
            <a:off x="3807732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04E7AE-6CE7-4B27-020B-76467E1E8EFE}"/>
              </a:ext>
            </a:extLst>
          </p:cNvPr>
          <p:cNvSpPr/>
          <p:nvPr/>
        </p:nvSpPr>
        <p:spPr>
          <a:xfrm>
            <a:off x="4309048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B2D69-5E19-52DC-819D-F8C0A213F44B}"/>
              </a:ext>
            </a:extLst>
          </p:cNvPr>
          <p:cNvSpPr/>
          <p:nvPr/>
        </p:nvSpPr>
        <p:spPr>
          <a:xfrm>
            <a:off x="4810364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1C5096-13A6-9863-959D-5CE744E22DC3}"/>
              </a:ext>
            </a:extLst>
          </p:cNvPr>
          <p:cNvSpPr/>
          <p:nvPr/>
        </p:nvSpPr>
        <p:spPr>
          <a:xfrm>
            <a:off x="5311680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016E41-5FCB-BA8A-B291-A5C36B3D1A35}"/>
              </a:ext>
            </a:extLst>
          </p:cNvPr>
          <p:cNvSpPr/>
          <p:nvPr/>
        </p:nvSpPr>
        <p:spPr>
          <a:xfrm>
            <a:off x="5812996" y="4807015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13A6D5-5D72-8B7A-6172-2111E50CFE82}"/>
              </a:ext>
            </a:extLst>
          </p:cNvPr>
          <p:cNvSpPr/>
          <p:nvPr/>
        </p:nvSpPr>
        <p:spPr>
          <a:xfrm>
            <a:off x="6314312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72C15C-D6AC-A0D6-5814-A464A417A4E2}"/>
              </a:ext>
            </a:extLst>
          </p:cNvPr>
          <p:cNvSpPr/>
          <p:nvPr/>
        </p:nvSpPr>
        <p:spPr>
          <a:xfrm>
            <a:off x="6815628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79BE5743-2F50-FA37-ADDD-6AECCAF18D23}"/>
              </a:ext>
            </a:extLst>
          </p:cNvPr>
          <p:cNvSpPr/>
          <p:nvPr/>
        </p:nvSpPr>
        <p:spPr>
          <a:xfrm>
            <a:off x="3807733" y="3275489"/>
            <a:ext cx="1327484" cy="840623"/>
          </a:xfrm>
          <a:prstGeom prst="can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FD1F44-342E-EB82-99D7-1B287EDCEE51}"/>
              </a:ext>
            </a:extLst>
          </p:cNvPr>
          <p:cNvSpPr/>
          <p:nvPr/>
        </p:nvSpPr>
        <p:spPr>
          <a:xfrm>
            <a:off x="3807734" y="2407288"/>
            <a:ext cx="3421806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35187FB-A655-3F49-5087-AAB3DF5ADDA4}"/>
              </a:ext>
            </a:extLst>
          </p:cNvPr>
          <p:cNvCxnSpPr>
            <a:cxnSpLocks/>
          </p:cNvCxnSpPr>
          <p:nvPr/>
        </p:nvCxnSpPr>
        <p:spPr>
          <a:xfrm flipH="1">
            <a:off x="6311599" y="2939498"/>
            <a:ext cx="2713" cy="1713316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FB85490-38C5-D35A-1110-23786DA41BDB}"/>
              </a:ext>
            </a:extLst>
          </p:cNvPr>
          <p:cNvCxnSpPr>
            <a:cxnSpLocks/>
          </p:cNvCxnSpPr>
          <p:nvPr/>
        </p:nvCxnSpPr>
        <p:spPr>
          <a:xfrm flipV="1">
            <a:off x="4445273" y="2939498"/>
            <a:ext cx="0" cy="426409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348AD2B-A7A2-C4BC-9C78-C944C1BB9E9F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4471475" y="4116112"/>
            <a:ext cx="0" cy="536702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FBB8AD-A66D-4AAD-765F-15CCC0687504}"/>
              </a:ext>
            </a:extLst>
          </p:cNvPr>
          <p:cNvSpPr txBox="1"/>
          <p:nvPr/>
        </p:nvSpPr>
        <p:spPr>
          <a:xfrm>
            <a:off x="3791451" y="1573515"/>
            <a:ext cx="3405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385155"/>
                </a:solidFill>
                <a:latin typeface="Ford Antenna Medium" panose="02000505000000020004" pitchFamily="2" charset="0"/>
              </a:rPr>
              <a:t>Step #3: Dynamic Tool Discovery</a:t>
            </a:r>
          </a:p>
        </p:txBody>
      </p:sp>
    </p:spTree>
    <p:extLst>
      <p:ext uri="{BB962C8B-B14F-4D97-AF65-F5344CB8AC3E}">
        <p14:creationId xmlns:p14="http://schemas.microsoft.com/office/powerpoint/2010/main" val="241471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DAF1-B0FE-F04B-059D-D8EFFA70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35103BB-C32F-80F1-8F6F-3C9EB9403CFC}"/>
              </a:ext>
            </a:extLst>
          </p:cNvPr>
          <p:cNvSpPr/>
          <p:nvPr/>
        </p:nvSpPr>
        <p:spPr>
          <a:xfrm>
            <a:off x="3731945" y="4426665"/>
            <a:ext cx="3584934" cy="1223237"/>
          </a:xfrm>
          <a:prstGeom prst="rect">
            <a:avLst/>
          </a:prstGeom>
          <a:solidFill>
            <a:srgbClr val="ABC9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4E2151-7F14-DF5E-E5F8-3BC55375FAEB}"/>
              </a:ext>
            </a:extLst>
          </p:cNvPr>
          <p:cNvSpPr/>
          <p:nvPr/>
        </p:nvSpPr>
        <p:spPr>
          <a:xfrm>
            <a:off x="3782033" y="4578516"/>
            <a:ext cx="1487754" cy="417878"/>
          </a:xfrm>
          <a:prstGeom prst="rect">
            <a:avLst/>
          </a:prstGeom>
          <a:solidFill>
            <a:srgbClr val="D7FE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60DF52-D663-668C-13A3-C35E8E755C44}"/>
              </a:ext>
            </a:extLst>
          </p:cNvPr>
          <p:cNvSpPr/>
          <p:nvPr/>
        </p:nvSpPr>
        <p:spPr>
          <a:xfrm>
            <a:off x="3818038" y="5027132"/>
            <a:ext cx="3421807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05CCF-B1AE-D71A-8875-A12CD1AAB4DA}"/>
              </a:ext>
            </a:extLst>
          </p:cNvPr>
          <p:cNvSpPr/>
          <p:nvPr/>
        </p:nvSpPr>
        <p:spPr>
          <a:xfrm>
            <a:off x="3818037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4AC118-26FD-93CB-7A5A-45DF0A7B470D}"/>
              </a:ext>
            </a:extLst>
          </p:cNvPr>
          <p:cNvSpPr/>
          <p:nvPr/>
        </p:nvSpPr>
        <p:spPr>
          <a:xfrm>
            <a:off x="4319353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18F74E-997C-3224-603C-7244622CF7C1}"/>
              </a:ext>
            </a:extLst>
          </p:cNvPr>
          <p:cNvSpPr/>
          <p:nvPr/>
        </p:nvSpPr>
        <p:spPr>
          <a:xfrm>
            <a:off x="4820669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326971-236A-87A5-10B7-1968D838B138}"/>
              </a:ext>
            </a:extLst>
          </p:cNvPr>
          <p:cNvSpPr/>
          <p:nvPr/>
        </p:nvSpPr>
        <p:spPr>
          <a:xfrm>
            <a:off x="5321985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1DF81A-AF57-A482-022C-B0D6BB91036B}"/>
              </a:ext>
            </a:extLst>
          </p:cNvPr>
          <p:cNvSpPr/>
          <p:nvPr/>
        </p:nvSpPr>
        <p:spPr>
          <a:xfrm>
            <a:off x="5823301" y="4807015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4E6DE-6CFE-B7FD-13D9-E685FFEEA281}"/>
              </a:ext>
            </a:extLst>
          </p:cNvPr>
          <p:cNvSpPr/>
          <p:nvPr/>
        </p:nvSpPr>
        <p:spPr>
          <a:xfrm>
            <a:off x="6324617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59FA-BAE6-FA50-6F84-EE55863BE996}"/>
              </a:ext>
            </a:extLst>
          </p:cNvPr>
          <p:cNvSpPr/>
          <p:nvPr/>
        </p:nvSpPr>
        <p:spPr>
          <a:xfrm>
            <a:off x="6825933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0014C61D-F435-8919-7EC3-87B91D1DC55A}"/>
              </a:ext>
            </a:extLst>
          </p:cNvPr>
          <p:cNvSpPr/>
          <p:nvPr/>
        </p:nvSpPr>
        <p:spPr>
          <a:xfrm>
            <a:off x="3818038" y="3275489"/>
            <a:ext cx="1327484" cy="840623"/>
          </a:xfrm>
          <a:prstGeom prst="can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2C18B5-3CFC-08F7-E577-F8F8F2E9DA56}"/>
              </a:ext>
            </a:extLst>
          </p:cNvPr>
          <p:cNvSpPr/>
          <p:nvPr/>
        </p:nvSpPr>
        <p:spPr>
          <a:xfrm>
            <a:off x="4019284" y="4492410"/>
            <a:ext cx="1008310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23A43E-527F-4876-E832-DC937ECEB06A}"/>
              </a:ext>
            </a:extLst>
          </p:cNvPr>
          <p:cNvSpPr/>
          <p:nvPr/>
        </p:nvSpPr>
        <p:spPr>
          <a:xfrm>
            <a:off x="5403962" y="3404628"/>
            <a:ext cx="1835883" cy="647719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dirty="0">
                <a:latin typeface="Ford Antenna Medium" panose="02000505000000020004" pitchFamily="2" charset="0"/>
              </a:rPr>
              <a:t>Security / Observability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23745C-3A64-303C-F60E-9EAA1EAC0B6D}"/>
              </a:ext>
            </a:extLst>
          </p:cNvPr>
          <p:cNvSpPr/>
          <p:nvPr/>
        </p:nvSpPr>
        <p:spPr>
          <a:xfrm>
            <a:off x="3818039" y="2407288"/>
            <a:ext cx="3421806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0A2C82-013D-A505-6ED3-60AE5DBE2D43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6321904" y="4052347"/>
            <a:ext cx="0" cy="609233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F55E8B9-40F5-B29B-FFBA-F68E155D725F}"/>
              </a:ext>
            </a:extLst>
          </p:cNvPr>
          <p:cNvCxnSpPr>
            <a:cxnSpLocks/>
          </p:cNvCxnSpPr>
          <p:nvPr/>
        </p:nvCxnSpPr>
        <p:spPr>
          <a:xfrm flipV="1">
            <a:off x="4455578" y="2939498"/>
            <a:ext cx="0" cy="426409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AA0A456-C666-C844-BC17-35313112CA3B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321904" y="2939498"/>
            <a:ext cx="0" cy="465130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704E795-1783-FBA3-1515-105DC3B38A87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4481780" y="4116112"/>
            <a:ext cx="0" cy="299831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034551-3386-94FE-B8B0-3457C9BF6AB3}"/>
              </a:ext>
            </a:extLst>
          </p:cNvPr>
          <p:cNvSpPr txBox="1"/>
          <p:nvPr/>
        </p:nvSpPr>
        <p:spPr>
          <a:xfrm>
            <a:off x="3791451" y="1573515"/>
            <a:ext cx="3405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385155"/>
                </a:solidFill>
                <a:latin typeface="Ford Antenna Medium" panose="02000505000000020004" pitchFamily="2" charset="0"/>
              </a:rPr>
              <a:t>Step #4: Workflow-Based Tools</a:t>
            </a:r>
          </a:p>
        </p:txBody>
      </p:sp>
    </p:spTree>
    <p:extLst>
      <p:ext uri="{BB962C8B-B14F-4D97-AF65-F5344CB8AC3E}">
        <p14:creationId xmlns:p14="http://schemas.microsoft.com/office/powerpoint/2010/main" val="413405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2EE3-FDD4-4A10-3E62-02EC8CD9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E17956-F62F-56AC-623F-136BA7043CC3}"/>
              </a:ext>
            </a:extLst>
          </p:cNvPr>
          <p:cNvSpPr/>
          <p:nvPr/>
        </p:nvSpPr>
        <p:spPr>
          <a:xfrm>
            <a:off x="5670295" y="4510566"/>
            <a:ext cx="3584934" cy="1223237"/>
          </a:xfrm>
          <a:prstGeom prst="rect">
            <a:avLst/>
          </a:prstGeom>
          <a:solidFill>
            <a:srgbClr val="7A8F9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CA65FE-64DD-AF8F-1ECC-1B2EF280B55B}"/>
              </a:ext>
            </a:extLst>
          </p:cNvPr>
          <p:cNvSpPr/>
          <p:nvPr/>
        </p:nvSpPr>
        <p:spPr>
          <a:xfrm>
            <a:off x="5634291" y="4472755"/>
            <a:ext cx="3584934" cy="1223237"/>
          </a:xfrm>
          <a:prstGeom prst="rect">
            <a:avLst/>
          </a:prstGeom>
          <a:solidFill>
            <a:srgbClr val="9DB7B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B10938-4368-A4C2-0F08-EAF1D0B1C89D}"/>
              </a:ext>
            </a:extLst>
          </p:cNvPr>
          <p:cNvSpPr/>
          <p:nvPr/>
        </p:nvSpPr>
        <p:spPr>
          <a:xfrm>
            <a:off x="5588732" y="4426665"/>
            <a:ext cx="3584934" cy="1223237"/>
          </a:xfrm>
          <a:prstGeom prst="rect">
            <a:avLst/>
          </a:prstGeom>
          <a:solidFill>
            <a:srgbClr val="ABC9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AFE6AE-C419-2157-0756-F57562BB6343}"/>
              </a:ext>
            </a:extLst>
          </p:cNvPr>
          <p:cNvSpPr/>
          <p:nvPr/>
        </p:nvSpPr>
        <p:spPr>
          <a:xfrm>
            <a:off x="1859077" y="4426665"/>
            <a:ext cx="3584934" cy="1223237"/>
          </a:xfrm>
          <a:prstGeom prst="rect">
            <a:avLst/>
          </a:prstGeom>
          <a:solidFill>
            <a:srgbClr val="ABC9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A34780-C423-DE87-28CA-044593083815}"/>
              </a:ext>
            </a:extLst>
          </p:cNvPr>
          <p:cNvSpPr/>
          <p:nvPr/>
        </p:nvSpPr>
        <p:spPr>
          <a:xfrm>
            <a:off x="1909165" y="4578516"/>
            <a:ext cx="1487754" cy="417878"/>
          </a:xfrm>
          <a:prstGeom prst="rect">
            <a:avLst/>
          </a:prstGeom>
          <a:solidFill>
            <a:srgbClr val="D7FE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554EB6-FE10-9006-4C99-D0905589C488}"/>
              </a:ext>
            </a:extLst>
          </p:cNvPr>
          <p:cNvSpPr/>
          <p:nvPr/>
        </p:nvSpPr>
        <p:spPr>
          <a:xfrm>
            <a:off x="1945170" y="5027132"/>
            <a:ext cx="3421807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AC2F9F-BAF2-C362-F15F-9B0B9E56D272}"/>
              </a:ext>
            </a:extLst>
          </p:cNvPr>
          <p:cNvSpPr/>
          <p:nvPr/>
        </p:nvSpPr>
        <p:spPr>
          <a:xfrm>
            <a:off x="1945169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086515-FBE4-16D9-75DB-22189D30B57F}"/>
              </a:ext>
            </a:extLst>
          </p:cNvPr>
          <p:cNvSpPr/>
          <p:nvPr/>
        </p:nvSpPr>
        <p:spPr>
          <a:xfrm>
            <a:off x="2446485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EFAAE-020C-0B3F-A936-F3FD5EDD59CA}"/>
              </a:ext>
            </a:extLst>
          </p:cNvPr>
          <p:cNvSpPr/>
          <p:nvPr/>
        </p:nvSpPr>
        <p:spPr>
          <a:xfrm>
            <a:off x="2947801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BD2656-0D2F-08A5-D79A-7DDC414B2D69}"/>
              </a:ext>
            </a:extLst>
          </p:cNvPr>
          <p:cNvSpPr/>
          <p:nvPr/>
        </p:nvSpPr>
        <p:spPr>
          <a:xfrm>
            <a:off x="3449117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C06DE-2C1F-9DBE-3FF2-AAFECEC9B55D}"/>
              </a:ext>
            </a:extLst>
          </p:cNvPr>
          <p:cNvSpPr/>
          <p:nvPr/>
        </p:nvSpPr>
        <p:spPr>
          <a:xfrm>
            <a:off x="3950433" y="4807015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B25672-251E-5EC3-46EA-A6FC9E1D48D9}"/>
              </a:ext>
            </a:extLst>
          </p:cNvPr>
          <p:cNvSpPr/>
          <p:nvPr/>
        </p:nvSpPr>
        <p:spPr>
          <a:xfrm>
            <a:off x="4451749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494DD0-C5B7-35CA-14E0-C14D2036BDED}"/>
              </a:ext>
            </a:extLst>
          </p:cNvPr>
          <p:cNvSpPr/>
          <p:nvPr/>
        </p:nvSpPr>
        <p:spPr>
          <a:xfrm>
            <a:off x="4953065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DA0E407C-6EE1-16B1-B381-DDA5C2FD2F1D}"/>
              </a:ext>
            </a:extLst>
          </p:cNvPr>
          <p:cNvSpPr/>
          <p:nvPr/>
        </p:nvSpPr>
        <p:spPr>
          <a:xfrm>
            <a:off x="1945170" y="3275489"/>
            <a:ext cx="1327484" cy="840623"/>
          </a:xfrm>
          <a:prstGeom prst="can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2274B5-9203-DFD0-0546-451216C3ECF4}"/>
              </a:ext>
            </a:extLst>
          </p:cNvPr>
          <p:cNvSpPr/>
          <p:nvPr/>
        </p:nvSpPr>
        <p:spPr>
          <a:xfrm>
            <a:off x="2146416" y="4492410"/>
            <a:ext cx="1008310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6D488E-2DB7-8849-66E2-FF0FAEF3C517}"/>
              </a:ext>
            </a:extLst>
          </p:cNvPr>
          <p:cNvSpPr/>
          <p:nvPr/>
        </p:nvSpPr>
        <p:spPr>
          <a:xfrm>
            <a:off x="3531094" y="3429695"/>
            <a:ext cx="5561009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dirty="0">
                <a:latin typeface="Ford Antenna Medium" panose="02000505000000020004" pitchFamily="2" charset="0"/>
              </a:rPr>
              <a:t>Security / Observability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846DC9-6F53-7AA0-9351-7B5CF21AFBB7}"/>
              </a:ext>
            </a:extLst>
          </p:cNvPr>
          <p:cNvSpPr/>
          <p:nvPr/>
        </p:nvSpPr>
        <p:spPr>
          <a:xfrm>
            <a:off x="5670296" y="5027132"/>
            <a:ext cx="3421807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Sandboxes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F56A65-A04E-9C9D-B82E-FBF6387D6857}"/>
              </a:ext>
            </a:extLst>
          </p:cNvPr>
          <p:cNvSpPr/>
          <p:nvPr/>
        </p:nvSpPr>
        <p:spPr>
          <a:xfrm>
            <a:off x="5634291" y="4578516"/>
            <a:ext cx="1487754" cy="417878"/>
          </a:xfrm>
          <a:prstGeom prst="rect">
            <a:avLst/>
          </a:prstGeom>
          <a:solidFill>
            <a:srgbClr val="D7FE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306E9D-CE82-8FCE-CAEA-F095F4AEBCE9}"/>
              </a:ext>
            </a:extLst>
          </p:cNvPr>
          <p:cNvSpPr/>
          <p:nvPr/>
        </p:nvSpPr>
        <p:spPr>
          <a:xfrm>
            <a:off x="5670295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D8876-0EC5-12FB-A039-DE9757F0ED20}"/>
              </a:ext>
            </a:extLst>
          </p:cNvPr>
          <p:cNvSpPr/>
          <p:nvPr/>
        </p:nvSpPr>
        <p:spPr>
          <a:xfrm>
            <a:off x="6171611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9A5CD3-B11E-19AE-224F-2724A1F575B3}"/>
              </a:ext>
            </a:extLst>
          </p:cNvPr>
          <p:cNvSpPr/>
          <p:nvPr/>
        </p:nvSpPr>
        <p:spPr>
          <a:xfrm>
            <a:off x="6672927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B38BF9-7086-460B-57C3-35C4FC2B9957}"/>
              </a:ext>
            </a:extLst>
          </p:cNvPr>
          <p:cNvSpPr/>
          <p:nvPr/>
        </p:nvSpPr>
        <p:spPr>
          <a:xfrm>
            <a:off x="7174243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716C40-9C58-3899-727E-A7D14AE78E71}"/>
              </a:ext>
            </a:extLst>
          </p:cNvPr>
          <p:cNvSpPr/>
          <p:nvPr/>
        </p:nvSpPr>
        <p:spPr>
          <a:xfrm>
            <a:off x="7675559" y="4807015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33CC5C-FF7E-4327-1EBD-BE828703167A}"/>
              </a:ext>
            </a:extLst>
          </p:cNvPr>
          <p:cNvSpPr/>
          <p:nvPr/>
        </p:nvSpPr>
        <p:spPr>
          <a:xfrm>
            <a:off x="8176875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EBB2D9-F3E1-5F12-966E-F7DB280E1159}"/>
              </a:ext>
            </a:extLst>
          </p:cNvPr>
          <p:cNvSpPr/>
          <p:nvPr/>
        </p:nvSpPr>
        <p:spPr>
          <a:xfrm>
            <a:off x="8678191" y="4801353"/>
            <a:ext cx="413912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387854-C639-5079-537A-11A81C3C16B4}"/>
              </a:ext>
            </a:extLst>
          </p:cNvPr>
          <p:cNvSpPr/>
          <p:nvPr/>
        </p:nvSpPr>
        <p:spPr>
          <a:xfrm>
            <a:off x="5871542" y="4492410"/>
            <a:ext cx="1008310" cy="16917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7E8DCE-9D06-67CA-6FE3-57D7B5692CB3}"/>
              </a:ext>
            </a:extLst>
          </p:cNvPr>
          <p:cNvSpPr/>
          <p:nvPr/>
        </p:nvSpPr>
        <p:spPr>
          <a:xfrm>
            <a:off x="1945171" y="2407288"/>
            <a:ext cx="7146932" cy="532210"/>
          </a:xfrm>
          <a:prstGeom prst="rect">
            <a:avLst/>
          </a:prstGeom>
          <a:solidFill>
            <a:srgbClr val="38515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EA0FD7E-2B5E-0419-1967-426699A31287}"/>
              </a:ext>
            </a:extLst>
          </p:cNvPr>
          <p:cNvCxnSpPr>
            <a:cxnSpLocks/>
          </p:cNvCxnSpPr>
          <p:nvPr/>
        </p:nvCxnSpPr>
        <p:spPr>
          <a:xfrm flipH="1">
            <a:off x="4274288" y="3961905"/>
            <a:ext cx="913651" cy="616611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A652008-C09B-8AD3-36F8-2176CB30EC88}"/>
              </a:ext>
            </a:extLst>
          </p:cNvPr>
          <p:cNvCxnSpPr>
            <a:cxnSpLocks/>
          </p:cNvCxnSpPr>
          <p:nvPr/>
        </p:nvCxnSpPr>
        <p:spPr>
          <a:xfrm>
            <a:off x="7323297" y="3961905"/>
            <a:ext cx="688325" cy="616611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920507-8B41-090B-EE79-B0207B5CB084}"/>
              </a:ext>
            </a:extLst>
          </p:cNvPr>
          <p:cNvCxnSpPr>
            <a:cxnSpLocks/>
          </p:cNvCxnSpPr>
          <p:nvPr/>
        </p:nvCxnSpPr>
        <p:spPr>
          <a:xfrm flipV="1">
            <a:off x="2582710" y="2939498"/>
            <a:ext cx="0" cy="426409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3468FCA-2EAC-40D7-5613-8592CECE27D7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311598" y="2939498"/>
            <a:ext cx="1" cy="490197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032B56D-204C-222F-084C-D09D946F2976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2608912" y="4116112"/>
            <a:ext cx="0" cy="299831"/>
          </a:xfrm>
          <a:prstGeom prst="straightConnector1">
            <a:avLst/>
          </a:prstGeom>
          <a:ln w="57150">
            <a:solidFill>
              <a:srgbClr val="385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DAAF401-B57C-87B0-38A7-92C9D55A8109}"/>
              </a:ext>
            </a:extLst>
          </p:cNvPr>
          <p:cNvSpPr txBox="1"/>
          <p:nvPr/>
        </p:nvSpPr>
        <p:spPr>
          <a:xfrm>
            <a:off x="1945169" y="1573515"/>
            <a:ext cx="7146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385155"/>
                </a:solidFill>
                <a:latin typeface="Ford Antenna Medium" panose="02000505000000020004" pitchFamily="2" charset="0"/>
              </a:rPr>
              <a:t>Step #5: Safe Tool Practices</a:t>
            </a:r>
          </a:p>
        </p:txBody>
      </p:sp>
    </p:spTree>
    <p:extLst>
      <p:ext uri="{BB962C8B-B14F-4D97-AF65-F5344CB8AC3E}">
        <p14:creationId xmlns:p14="http://schemas.microsoft.com/office/powerpoint/2010/main" val="3062879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645</TotalTime>
  <Words>120</Words>
  <Application>Microsoft Macintosh PowerPoint</Application>
  <PresentationFormat>Widescreen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Wilde, Erik</dc:creator>
  <cp:lastModifiedBy>Wilde, Erik</cp:lastModifiedBy>
  <cp:revision>14</cp:revision>
  <dcterms:created xsi:type="dcterms:W3CDTF">2025-07-30T18:23:43Z</dcterms:created>
  <dcterms:modified xsi:type="dcterms:W3CDTF">2026-03-09T17:58:44Z</dcterms:modified>
</cp:coreProperties>
</file>