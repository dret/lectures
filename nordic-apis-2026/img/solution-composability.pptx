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4" r:id="rId10"/>
    <p:sldId id="27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143"/>
    <a:srgbClr val="637E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324"/>
    <p:restoredTop sz="94647"/>
  </p:normalViewPr>
  <p:slideViewPr>
    <p:cSldViewPr snapToGrid="0" snapToObjects="1">
      <p:cViewPr>
        <p:scale>
          <a:sx n="82" d="100"/>
          <a:sy n="82" d="100"/>
        </p:scale>
        <p:origin x="488" y="1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3044</TotalTime>
  <Words>144</Words>
  <Application>Microsoft Macintosh PowerPoint</Application>
  <PresentationFormat>Widescreen</PresentationFormat>
  <Paragraphs>97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4</cp:revision>
  <dcterms:created xsi:type="dcterms:W3CDTF">2018-06-07T21:39:02Z</dcterms:created>
  <dcterms:modified xsi:type="dcterms:W3CDTF">2026-10-10T13:29:26Z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