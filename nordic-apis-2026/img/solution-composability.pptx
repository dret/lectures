
<file path=[Content_Types].xml><?xml version="1.0" encoding="utf-8"?>
<Types xmlns="http://schemas.openxmlformats.org/package/2006/content-types">
  <Default Extension="jpeg" ContentType="image/jpeg"/>
  <Default Extension="org&amp;utm_campaign=index&amp;utm_content=thumbnail" ContentType="image/pn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sldIdLst>
    <p:sldId id="263" r:id="rId5"/>
    <p:sldId id="265" r:id="rId6"/>
    <p:sldId id="267" r:id="rId7"/>
    <p:sldId id="266" r:id="rId8"/>
    <p:sldId id="272" r:id="rId9"/>
    <p:sldId id="279" r:id="rId10"/>
    <p:sldId id="274" r:id="rId11"/>
    <p:sldId id="277" r:id="rId12"/>
    <p:sldId id="268" r:id="rId13"/>
    <p:sldId id="286" r:id="rId14"/>
    <p:sldId id="283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37E3C"/>
    <a:srgbClr val="4241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904"/>
    <p:restoredTop sz="94647"/>
  </p:normalViewPr>
  <p:slideViewPr>
    <p:cSldViewPr snapToGrid="0" snapToObjects="1">
      <p:cViewPr>
        <p:scale>
          <a:sx n="64" d="100"/>
          <a:sy n="64" d="100"/>
        </p:scale>
        <p:origin x="736" y="1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C782C-8745-7347-B6AC-4D8772289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CFD0D-118D-4441-A91C-1B836A28A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B8388-0632-6942-96AC-2D619404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746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FEA2F-4473-0948-AB43-EBE335118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8B151-747D-604F-903D-9A920F317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047E0C-8A67-AE45-9E33-B90E65F82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2C27D1-B1FA-884E-BB86-6AA912AD2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0875C-8A74-6B43-8AF6-63659F8EC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32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73F97-6513-314A-BEB3-8AC3A43CE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C1008-6364-A640-BA0B-D8775884B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AB27E-7D19-9148-AFBE-D10DF7C15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17AB2F-DBDD-3343-AB56-539EF251B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82543B-D933-004D-99FF-224DE8B97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993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5657-C487-1D4B-9C65-4DD0F323D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F2E6E-20E6-9043-A03F-A481416CA8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CB42E3-D2BE-6F4D-92FC-1494FD65C1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A5245B-18BD-FF4F-92B6-242006FB8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081255-874F-754B-A47E-861DA0CD1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E19D76-7CF9-AC46-8DF1-89FFCD7B2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621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3E17C-5F89-8D43-BA72-7627FFCB1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69009-5908-0446-A2D3-27CA7612D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A4F87B-6AD1-4F41-B65A-1712AF5CC5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9BD845-9E91-C744-AC94-1F3B0763A6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476AE-7625-BD41-9CA9-51364370D3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E53358-AC69-5B4B-A141-FBCF7AC85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FCEA71-D074-9149-9053-65C6E547F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C57ED6-3E53-184B-96E1-A81C0B366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47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97104-1EED-AC46-9BFE-74C4C8973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CA8C08-9E8C-6741-A2F0-5FAB6AE5E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D7E1B8-2D7B-4548-B1EC-8C766C92D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E0B748-F1C5-8749-8C42-DAC929DFF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5467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FE7249-F53D-4B4D-A448-22699C3D2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682F3B-F381-C642-956B-8B897A4E6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599A17-3A94-2D4B-863A-D140FD43E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8420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E8CEF-1C51-8C45-A4DD-823EF2E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374CA-1122-FA4B-B960-C80ADBD8C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EA1D2F-31D9-944B-9E05-A6DF632D8B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38C1F2-E75A-7847-BE97-4BAFD26A3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989FF9-DBBA-CD42-95A8-C1446B010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918F56-7D9A-9D48-8FD1-C96B13CCA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740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687D9-2240-8D42-BF6D-3237D5EF1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33825A-5AFC-8A42-93C4-F00E40A0FD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956E5-5DA8-AB49-9E03-65283DF2A3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8163D5-4687-C243-A8A2-0650A7887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00BF0-29B6-B343-A484-59353A8AC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48E5C9-1065-5147-B725-91FB9915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017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CC8-54DA-0A42-9DA3-C9E7FB11F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1DD596-2259-614F-A986-3F25CF600F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5B1C8-F927-B147-8326-E3862924A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B53A9-157A-9941-B952-607DAB5FA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CF697C-66DE-734A-9CA9-579BCEA17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88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FAABD5-DA08-A547-B641-D0E0889172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B8267B-68DB-BD49-A9B4-434AE7BB23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2D5EC-A445-FF43-82E6-1E7554A5D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76C67B-5186-6A4F-8CC0-6CBFEB118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F1686-2B7E-F34D-B970-CC7FA2D3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161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0B6787-B51F-DB42-9E52-63E10EB86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3B9472-27F5-2144-BCEC-3E0A96761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352788-8A6E-D24F-82D2-F38C9E41A4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A2730A-859E-B540-ADF3-E97069AD1FDB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DDB45-653D-0C49-B78E-967549C7BA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DC715-0B9A-0348-A62C-3F8BCE535B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849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org&amp;utm_campaign=index&amp;utm_content=thumbnai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org&amp;utm_campaign=index&amp;utm_content=thumbnai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8.org&amp;utm_campaign=index&amp;utm_content=thumbnail"/><Relationship Id="rId7" Type="http://schemas.openxmlformats.org/officeDocument/2006/relationships/image" Target="../media/image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2504A-523F-7446-B002-1BDD4814A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2AA087FB-4457-F629-2B15-77D4C44241F4}"/>
              </a:ext>
            </a:extLst>
          </p:cNvPr>
          <p:cNvSpPr/>
          <p:nvPr/>
        </p:nvSpPr>
        <p:spPr>
          <a:xfrm>
            <a:off x="3162391" y="1663549"/>
            <a:ext cx="4908176" cy="3530899"/>
          </a:xfrm>
          <a:prstGeom prst="rect">
            <a:avLst/>
          </a:prstGeom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916450C-6E99-3FC2-AC41-0F99BF7FA6A0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E809A90-E749-4163-5DCB-7730AB214F3B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B4722E6-C437-7E80-F8DD-2F7C81433F84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90596F-421A-B97B-E226-6722FFA754B2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5AABFBDB-ED54-ABBA-875D-B5BF4CFD7553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91A3D7-E58A-AB08-8E8C-0E8519846FBA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02A72DE6-D0AA-D6BC-7EAD-B39EB48104A0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B1C05076-2592-5AD9-6B13-BD5E8F876393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AF398FEC-549A-0896-365C-9128B3019C40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FFB9222E-0B30-A44B-9D27-0B412462B9D3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609F88D-A8D3-E936-C52F-FB9E2FD54C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2EC531EF-E5E0-D424-54FF-EC0C68225FF4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A77B7DA-BEF1-6387-CB9D-FED065C43B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5732279-1427-B5F8-1555-754EDE4870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5059CAF-9901-0D39-591B-DBF8EFCB8D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16316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FB5362-6B59-F467-BEE7-811055F22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9B54347B-EB52-2E06-0828-1D6FF9175DD1}"/>
              </a:ext>
            </a:extLst>
          </p:cNvPr>
          <p:cNvSpPr/>
          <p:nvPr/>
        </p:nvSpPr>
        <p:spPr>
          <a:xfrm>
            <a:off x="3152666" y="1651352"/>
            <a:ext cx="4925429" cy="3543097"/>
          </a:xfrm>
          <a:custGeom>
            <a:avLst/>
            <a:gdLst>
              <a:gd name="csX0" fmla="*/ 17253 w 4925429"/>
              <a:gd name="csY0" fmla="*/ 2226429 h 2226429"/>
              <a:gd name="csX1" fmla="*/ 4925429 w 4925429"/>
              <a:gd name="csY1" fmla="*/ 2226429 h 2226429"/>
              <a:gd name="csX2" fmla="*/ 4925429 w 4925429"/>
              <a:gd name="csY2" fmla="*/ 7665 h 2226429"/>
              <a:gd name="csX3" fmla="*/ 3365979 w 4925429"/>
              <a:gd name="csY3" fmla="*/ 7665 h 2226429"/>
              <a:gd name="csX4" fmla="*/ 3400485 w 4925429"/>
              <a:gd name="csY4" fmla="*/ 593742 h 2226429"/>
              <a:gd name="csX5" fmla="*/ 1553601 w 4925429"/>
              <a:gd name="csY5" fmla="*/ 572059 h 2226429"/>
              <a:gd name="csX6" fmla="*/ 1570855 w 4925429"/>
              <a:gd name="csY6" fmla="*/ 10843 h 2226429"/>
              <a:gd name="csX7" fmla="*/ 0 w 4925429"/>
              <a:gd name="csY7" fmla="*/ 0 h 2226429"/>
              <a:gd name="csX8" fmla="*/ 17253 w 4925429"/>
              <a:gd name="csY8" fmla="*/ 2226429 h 22264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925429" h="3543097">
                <a:moveTo>
                  <a:pt x="0" y="3543097"/>
                </a:moveTo>
                <a:lnTo>
                  <a:pt x="4925429" y="3543097"/>
                </a:lnTo>
                <a:lnTo>
                  <a:pt x="4925429" y="0"/>
                </a:lnTo>
                <a:lnTo>
                  <a:pt x="3383343" y="0"/>
                </a:lnTo>
                <a:lnTo>
                  <a:pt x="3383343" y="815286"/>
                </a:lnTo>
                <a:lnTo>
                  <a:pt x="1552582" y="815286"/>
                </a:lnTo>
                <a:lnTo>
                  <a:pt x="1552582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CH" dirty="0"/>
            </a:br>
            <a:br>
              <a:rPr lang="en-CH" dirty="0"/>
            </a:br>
            <a:br>
              <a:rPr lang="en-CH" dirty="0"/>
            </a:br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B4A658-F6AD-23CA-2E61-FDFEE9BDE2B2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1EAC0A7-2A69-13A6-2FBD-7DCBFD349BCA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FFAA701-AB6E-D8FB-C375-3A8482072E96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8A4ACB-9204-1C79-E738-06BB7D57EDC2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78A5B168-F109-40E1-5027-727657CA7D78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2FA226-55A8-D2A4-7704-FCD9B6BD7C2B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B44688B0-C24F-FB39-D8B4-C7CEB19BF331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45FFA460-0679-FECE-03C2-223B62F0D295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17B528EB-69BF-7D51-CF1F-97B99988BE53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1FFF133E-C701-FFEF-681A-ADF0CBE32D55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1E4FE04-B7EB-188A-3F80-87D238A54E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A9C2C79F-AD09-AB92-E6E2-36BD92A90F8E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41569B3-6497-158E-574C-156C2B44C9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CCF0E62-3372-C183-1AAD-509B23EAEA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BD825C0-3829-F268-AC45-4460AA65DC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03125EB8-539D-4710-47D3-F6FBAEF8AFCF}"/>
              </a:ext>
            </a:extLst>
          </p:cNvPr>
          <p:cNvSpPr/>
          <p:nvPr/>
        </p:nvSpPr>
        <p:spPr>
          <a:xfrm>
            <a:off x="4864994" y="1639012"/>
            <a:ext cx="1493214" cy="1323439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      ML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6AEC872-BFB0-C2E0-DFB9-A92AFAD2B924}"/>
              </a:ext>
            </a:extLst>
          </p:cNvPr>
          <p:cNvSpPr txBox="1"/>
          <p:nvPr/>
        </p:nvSpPr>
        <p:spPr>
          <a:xfrm>
            <a:off x="5573048" y="2060254"/>
            <a:ext cx="121058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sz="9600" dirty="0"/>
              <a:t>💰</a:t>
            </a:r>
          </a:p>
        </p:txBody>
      </p:sp>
    </p:spTree>
    <p:extLst>
      <p:ext uri="{BB962C8B-B14F-4D97-AF65-F5344CB8AC3E}">
        <p14:creationId xmlns:p14="http://schemas.microsoft.com/office/powerpoint/2010/main" val="31999788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F35EE-E54C-AAA8-8B7F-B6D12A81F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3A16ED5-7CDF-931B-84A6-901EA9A95A67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73A6D68-5C8B-4597-4FDE-CAEAA6C551ED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1857027-5646-F204-B321-B8ACFBED423D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07B9E7-CFD1-0232-46A2-6B501DEB1F11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84B6C3DD-1DF7-8BCA-D8F9-E059E7D63DA8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97C4B9-3CBA-E018-DAC4-1B51AD38A56C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1DD7F2EF-89A0-AE6F-CFCF-55273A22DF28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F74D880D-C645-A7D3-E192-A70FCE760E3D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31C8DB79-D240-8FE1-6F69-F81EA04068CC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A7F1BB8F-2B11-063D-1C6D-FE1F37DBE0AE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4B5DA73-6716-B91B-DAF0-BD5CAEF6FF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F6326789-7A30-2C01-6CC6-ABC189397337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B1B33115-6333-27AD-C844-8962F25323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A012B76-2D46-A05C-34DC-13EF6125A2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07C9757-4A3E-E1FF-5A56-E4D6B152DD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83DB8BD-88B9-6779-9A6E-E35AAED799E0}"/>
              </a:ext>
            </a:extLst>
          </p:cNvPr>
          <p:cNvSpPr/>
          <p:nvPr/>
        </p:nvSpPr>
        <p:spPr>
          <a:xfrm>
            <a:off x="3169920" y="1663548"/>
            <a:ext cx="4098925" cy="3530899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0BAF0D8-25F1-DF7A-5253-04E404DC8018}"/>
              </a:ext>
            </a:extLst>
          </p:cNvPr>
          <p:cNvSpPr txBox="1"/>
          <p:nvPr/>
        </p:nvSpPr>
        <p:spPr>
          <a:xfrm>
            <a:off x="5636631" y="3788731"/>
            <a:ext cx="2153443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9600" dirty="0"/>
              <a:t>🦄</a:t>
            </a:r>
          </a:p>
        </p:txBody>
      </p:sp>
    </p:spTree>
    <p:extLst>
      <p:ext uri="{BB962C8B-B14F-4D97-AF65-F5344CB8AC3E}">
        <p14:creationId xmlns:p14="http://schemas.microsoft.com/office/powerpoint/2010/main" val="11291699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463E3-B3F4-57F1-B9FC-9DB8D03FD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FB168B6-B986-5EA0-5616-D54797B09648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C70D749-0F8F-D4F8-A68D-275A79A8A47D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3050C58-B983-57DA-037C-D801F9102676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EF08C2-7ABC-08CF-BB49-6A93DB2B6410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091B144D-84AB-21B0-FD35-822697AAEC16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C6740D-28FE-042B-A3DA-F5A0D55F5447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DFA28002-E8B7-F944-B695-BA8F83F30E4F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CD764DF1-94A8-2DCD-FDA1-1D8D417AE408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F755AE3A-D893-23FA-F48E-BE8E5446B3C2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30E25469-AB71-68F1-A6B1-5EEFD32B9388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BFBDF35-AE5A-7DC3-FAB0-E1FED103F1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DB17D0BD-8A4E-A76E-B69F-43BA904B147E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B98B3228-43B4-7EDE-028C-F74352F294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F4DFAA33-78AB-5509-4D03-F3A981FEEA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012CA82-8EA8-FACA-5316-BB70BE56C1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D07CDB2-0DB5-8C13-1512-04D16A03593E}"/>
              </a:ext>
            </a:extLst>
          </p:cNvPr>
          <p:cNvSpPr/>
          <p:nvPr/>
        </p:nvSpPr>
        <p:spPr>
          <a:xfrm>
            <a:off x="3169920" y="1663548"/>
            <a:ext cx="4098925" cy="3530899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765D0F7-9297-834D-A971-826963D94850}"/>
              </a:ext>
            </a:extLst>
          </p:cNvPr>
          <p:cNvSpPr/>
          <p:nvPr/>
        </p:nvSpPr>
        <p:spPr>
          <a:xfrm>
            <a:off x="3382913" y="1889748"/>
            <a:ext cx="2135887" cy="527633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Prompts</a:t>
            </a:r>
          </a:p>
        </p:txBody>
      </p:sp>
    </p:spTree>
    <p:extLst>
      <p:ext uri="{BB962C8B-B14F-4D97-AF65-F5344CB8AC3E}">
        <p14:creationId xmlns:p14="http://schemas.microsoft.com/office/powerpoint/2010/main" val="41959330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8D1CD7F-FA77-9EF9-E720-0B460E39D1D7}"/>
              </a:ext>
            </a:extLst>
          </p:cNvPr>
          <p:cNvSpPr/>
          <p:nvPr/>
        </p:nvSpPr>
        <p:spPr>
          <a:xfrm>
            <a:off x="3169920" y="1663549"/>
            <a:ext cx="3252971" cy="2392084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0F8C38-B133-4223-C5AF-C1FA16C61E49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3264089B-B6FD-B9AF-1E8A-5B7981AEA9E0}"/>
              </a:ext>
            </a:extLst>
          </p:cNvPr>
          <p:cNvSpPr/>
          <p:nvPr/>
        </p:nvSpPr>
        <p:spPr>
          <a:xfrm>
            <a:off x="3169920" y="1663549"/>
            <a:ext cx="4908176" cy="3530900"/>
          </a:xfrm>
          <a:custGeom>
            <a:avLst/>
            <a:gdLst>
              <a:gd name="csX0" fmla="*/ 0 w 4908176"/>
              <a:gd name="csY0" fmla="*/ 2222942 h 2222942"/>
              <a:gd name="csX1" fmla="*/ 4908176 w 4908176"/>
              <a:gd name="csY1" fmla="*/ 2222942 h 2222942"/>
              <a:gd name="csX2" fmla="*/ 4908176 w 4908176"/>
              <a:gd name="csY2" fmla="*/ 4178 h 2222942"/>
              <a:gd name="csX3" fmla="*/ 3348726 w 4908176"/>
              <a:gd name="csY3" fmla="*/ 4178 h 2222942"/>
              <a:gd name="csX4" fmla="*/ 2315793 w 4908176"/>
              <a:gd name="csY4" fmla="*/ 0 h 2222942"/>
              <a:gd name="csX5" fmla="*/ 2312726 w 4908176"/>
              <a:gd name="csY5" fmla="*/ 893815 h 2222942"/>
              <a:gd name="csX6" fmla="*/ 2312726 w 4908176"/>
              <a:gd name="csY6" fmla="*/ 1568520 h 2222942"/>
              <a:gd name="csX7" fmla="*/ 0 w 4908176"/>
              <a:gd name="csY7" fmla="*/ 1568520 h 2222942"/>
              <a:gd name="csX8" fmla="*/ 0 w 4908176"/>
              <a:gd name="csY8" fmla="*/ 2222942 h 22229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908176" h="3530900">
                <a:moveTo>
                  <a:pt x="0" y="3530900"/>
                </a:moveTo>
                <a:lnTo>
                  <a:pt x="4908176" y="3530900"/>
                </a:lnTo>
                <a:lnTo>
                  <a:pt x="4908176" y="0"/>
                </a:lnTo>
                <a:lnTo>
                  <a:pt x="3379971" y="0"/>
                </a:lnTo>
                <a:lnTo>
                  <a:pt x="3379971" y="2519084"/>
                </a:lnTo>
                <a:lnTo>
                  <a:pt x="0" y="2519084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endParaRPr lang="en-CH" dirty="0"/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888C7D1-B3A9-1099-6C25-0BD32B84F0F0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7A62D65-2885-43E9-B5FE-0471D9A3E0B7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07EBE18-2738-7524-8444-64A9242E593A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817701AA-53FA-4E9F-CB8C-82CE3572CDB1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649E55-C73D-63A6-7AE8-320F7F3ABF8F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78E7CA08-658A-6CAC-7FB2-8A1AFC5974A8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CA5F44A0-0904-4F8C-7EB7-6D73106A7F21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731D59B0-E530-A602-CD14-66512CA0CE7E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D4297A0C-BB42-5E9D-E23E-3DC9EE0AA045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97B0DCA-FCBE-73FD-A340-1ABB42F0E9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3ABF72DE-AFEA-3FAC-1914-B5B3C800DE58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8B98FEC-1CD8-CC58-B1BD-DDA63D3121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BB0962E-7F1D-5E6A-E70D-1EA0B48725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C661E29F-2024-0A1D-E4EC-3BA4CBA64B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  <p:sp>
        <p:nvSpPr>
          <p:cNvPr id="22" name="Left-right Arrow 21">
            <a:extLst>
              <a:ext uri="{FF2B5EF4-FFF2-40B4-BE49-F238E27FC236}">
                <a16:creationId xmlns:a16="http://schemas.microsoft.com/office/drawing/2014/main" id="{1731C8E1-593A-D549-EC72-CEB3B3A4AD0E}"/>
              </a:ext>
            </a:extLst>
          </p:cNvPr>
          <p:cNvSpPr/>
          <p:nvPr/>
        </p:nvSpPr>
        <p:spPr>
          <a:xfrm>
            <a:off x="5735031" y="1889748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9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Function Calling</a:t>
            </a:r>
          </a:p>
        </p:txBody>
      </p:sp>
    </p:spTree>
    <p:extLst>
      <p:ext uri="{BB962C8B-B14F-4D97-AF65-F5344CB8AC3E}">
        <p14:creationId xmlns:p14="http://schemas.microsoft.com/office/powerpoint/2010/main" val="27958786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D8092-6BD1-A5C6-C86B-E15666EBE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D7F14C5-FDA1-F239-ABAA-BBD2F9A22723}"/>
              </a:ext>
            </a:extLst>
          </p:cNvPr>
          <p:cNvSpPr/>
          <p:nvPr/>
        </p:nvSpPr>
        <p:spPr>
          <a:xfrm>
            <a:off x="3171019" y="1663549"/>
            <a:ext cx="2220322" cy="2392084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A2C2C1-C451-C4FC-A80A-8CFCAF1C9F78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8B4F692F-848B-403D-9641-86D44B1FCA6A}"/>
              </a:ext>
            </a:extLst>
          </p:cNvPr>
          <p:cNvSpPr/>
          <p:nvPr/>
        </p:nvSpPr>
        <p:spPr>
          <a:xfrm>
            <a:off x="3169920" y="1663549"/>
            <a:ext cx="4908176" cy="3530900"/>
          </a:xfrm>
          <a:custGeom>
            <a:avLst/>
            <a:gdLst>
              <a:gd name="csX0" fmla="*/ 0 w 4908176"/>
              <a:gd name="csY0" fmla="*/ 2218764 h 2218764"/>
              <a:gd name="csX1" fmla="*/ 4908176 w 4908176"/>
              <a:gd name="csY1" fmla="*/ 2218764 h 2218764"/>
              <a:gd name="csX2" fmla="*/ 4908176 w 4908176"/>
              <a:gd name="csY2" fmla="*/ 0 h 2218764"/>
              <a:gd name="csX3" fmla="*/ 3348726 w 4908176"/>
              <a:gd name="csY3" fmla="*/ 0 h 2218764"/>
              <a:gd name="csX4" fmla="*/ 3348726 w 4908176"/>
              <a:gd name="csY4" fmla="*/ 889637 h 2218764"/>
              <a:gd name="csX5" fmla="*/ 3347586 w 4908176"/>
              <a:gd name="csY5" fmla="*/ 1560572 h 2218764"/>
              <a:gd name="csX6" fmla="*/ 2312726 w 4908176"/>
              <a:gd name="csY6" fmla="*/ 1564342 h 2218764"/>
              <a:gd name="csX7" fmla="*/ 0 w 4908176"/>
              <a:gd name="csY7" fmla="*/ 1564342 h 2218764"/>
              <a:gd name="csX8" fmla="*/ 0 w 4908176"/>
              <a:gd name="csY8" fmla="*/ 2218764 h 22187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908176" h="3530900">
                <a:moveTo>
                  <a:pt x="0" y="3530900"/>
                </a:moveTo>
                <a:lnTo>
                  <a:pt x="4908176" y="3530900"/>
                </a:lnTo>
                <a:lnTo>
                  <a:pt x="4908176" y="0"/>
                </a:lnTo>
                <a:lnTo>
                  <a:pt x="3348726" y="0"/>
                </a:lnTo>
                <a:lnTo>
                  <a:pt x="3348726" y="2487839"/>
                </a:lnTo>
                <a:lnTo>
                  <a:pt x="0" y="2487839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endParaRPr lang="en-CH" dirty="0"/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C0B9339-800E-B2FB-7267-B2900A51C869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2B4ECF9-9C28-1604-75E4-F76D35A6FBE8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336511-2269-C4A6-8FE6-07611CE67ED7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403EC7F-AAC5-8944-9C7D-B0F4EA3BDF6F}"/>
              </a:ext>
            </a:extLst>
          </p:cNvPr>
          <p:cNvSpPr/>
          <p:nvPr/>
        </p:nvSpPr>
        <p:spPr>
          <a:xfrm>
            <a:off x="5484597" y="1663549"/>
            <a:ext cx="938294" cy="521821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E5B0074-0C66-1D1B-93E0-BD33B0429D09}"/>
              </a:ext>
            </a:extLst>
          </p:cNvPr>
          <p:cNvSpPr/>
          <p:nvPr/>
        </p:nvSpPr>
        <p:spPr>
          <a:xfrm>
            <a:off x="5484597" y="2286970"/>
            <a:ext cx="938294" cy="521821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FE47B49E-BBE9-F93C-628C-C1AB7CF7C8F9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CDEEB3-7B5A-3BC0-08A3-F2674C8701AA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ABC3D52B-9628-64F0-BC5D-608C5BFB4FF1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7C05D856-D801-3FBD-15C0-412927062042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3C12A45D-99DE-22D2-C7C0-CDEE484A8FF9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553B197B-0477-1B1C-250F-ABDF9A6DCFF3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BCEA0B4-7C12-239C-62DF-3862A800B1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880B4054-C7C3-AE8A-3B3A-AA761F0CEB17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CE5FF16-D025-398C-FFA9-F3A7ADED6F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49283CD-35AA-7446-72C1-B67920869D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81F5E70-B0DF-361D-4B1F-FFB7AF4AAE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29B0963-3D12-A2F6-311B-20584F6F6643}"/>
              </a:ext>
            </a:extLst>
          </p:cNvPr>
          <p:cNvSpPr/>
          <p:nvPr/>
        </p:nvSpPr>
        <p:spPr>
          <a:xfrm>
            <a:off x="5484597" y="3533812"/>
            <a:ext cx="938294" cy="521821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EB1CE09-FD00-4436-536F-A40C13FF7AAD}"/>
              </a:ext>
            </a:extLst>
          </p:cNvPr>
          <p:cNvSpPr/>
          <p:nvPr/>
        </p:nvSpPr>
        <p:spPr>
          <a:xfrm>
            <a:off x="5484597" y="2910391"/>
            <a:ext cx="938294" cy="521821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</p:spTree>
    <p:extLst>
      <p:ext uri="{BB962C8B-B14F-4D97-AF65-F5344CB8AC3E}">
        <p14:creationId xmlns:p14="http://schemas.microsoft.com/office/powerpoint/2010/main" val="2289248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C0C7B-3D4C-4A81-88B2-21A67D18B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CD42EBA-3A36-C077-A178-30ECC2553D5E}"/>
              </a:ext>
            </a:extLst>
          </p:cNvPr>
          <p:cNvSpPr/>
          <p:nvPr/>
        </p:nvSpPr>
        <p:spPr>
          <a:xfrm>
            <a:off x="3169920" y="1663549"/>
            <a:ext cx="3252971" cy="2392084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866FDE8-6D6C-959F-E621-9FEBD5ADA6BA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3C1CE304-FE95-1502-A2C6-BCD998125FC6}"/>
              </a:ext>
            </a:extLst>
          </p:cNvPr>
          <p:cNvSpPr/>
          <p:nvPr/>
        </p:nvSpPr>
        <p:spPr>
          <a:xfrm>
            <a:off x="3169920" y="2694450"/>
            <a:ext cx="4908176" cy="2499999"/>
          </a:xfrm>
          <a:custGeom>
            <a:avLst/>
            <a:gdLst>
              <a:gd name="csX0" fmla="*/ 0 w 4908176"/>
              <a:gd name="csY0" fmla="*/ 2699627 h 2699627"/>
              <a:gd name="csX1" fmla="*/ 4908176 w 4908176"/>
              <a:gd name="csY1" fmla="*/ 2699627 h 2699627"/>
              <a:gd name="csX2" fmla="*/ 4908176 w 4908176"/>
              <a:gd name="csY2" fmla="*/ 0 h 2699627"/>
              <a:gd name="csX3" fmla="*/ 3407681 w 4908176"/>
              <a:gd name="csY3" fmla="*/ 13854 h 2699627"/>
              <a:gd name="csX4" fmla="*/ 3379971 w 4908176"/>
              <a:gd name="csY4" fmla="*/ 1687811 h 2699627"/>
              <a:gd name="csX5" fmla="*/ 0 w 4908176"/>
              <a:gd name="csY5" fmla="*/ 1687811 h 2699627"/>
              <a:gd name="csX6" fmla="*/ 0 w 4908176"/>
              <a:gd name="csY6" fmla="*/ 2699627 h 26996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908176" h="2499999">
                <a:moveTo>
                  <a:pt x="0" y="2499999"/>
                </a:moveTo>
                <a:lnTo>
                  <a:pt x="4908176" y="2499999"/>
                </a:lnTo>
                <a:lnTo>
                  <a:pt x="4908176" y="0"/>
                </a:lnTo>
                <a:lnTo>
                  <a:pt x="3379971" y="0"/>
                </a:lnTo>
                <a:lnTo>
                  <a:pt x="3379971" y="1488183"/>
                </a:lnTo>
                <a:lnTo>
                  <a:pt x="0" y="1488183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endParaRPr lang="en-CH" dirty="0"/>
          </a:p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CC1ABF8-3F65-093E-B197-103EDF570F7F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7403FA8-B9DE-E875-CC73-2B20822F1190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6E6235-A8D4-B8D1-8D9E-B5C7A10A43D7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B8ED3412-7C0A-F0B3-C996-3914712AB6A1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A5EE44-23E2-65E1-12F1-99311E749AE2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23D23993-EDF2-8DE0-FB10-29A4CEEC4BD1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12EDB779-1935-20CA-C5B7-93757FEB7020}"/>
              </a:ext>
            </a:extLst>
          </p:cNvPr>
          <p:cNvSpPr/>
          <p:nvPr/>
        </p:nvSpPr>
        <p:spPr>
          <a:xfrm>
            <a:off x="7667233" y="3407721"/>
            <a:ext cx="1475338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0BB11EA3-BF38-15B9-0039-AD658BFC0178}"/>
              </a:ext>
            </a:extLst>
          </p:cNvPr>
          <p:cNvSpPr/>
          <p:nvPr/>
        </p:nvSpPr>
        <p:spPr>
          <a:xfrm>
            <a:off x="7667233" y="3994831"/>
            <a:ext cx="1475339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B3034869-7C20-0B62-C431-0915B027AB6C}"/>
              </a:ext>
            </a:extLst>
          </p:cNvPr>
          <p:cNvSpPr/>
          <p:nvPr/>
        </p:nvSpPr>
        <p:spPr>
          <a:xfrm>
            <a:off x="7667233" y="2820612"/>
            <a:ext cx="1475338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31CAFBE-9CA1-CE07-CA49-03EAA0BCFD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2746993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01C5E0EE-1EC4-8F56-8BCB-C1883337797D}"/>
              </a:ext>
            </a:extLst>
          </p:cNvPr>
          <p:cNvSpPr/>
          <p:nvPr/>
        </p:nvSpPr>
        <p:spPr>
          <a:xfrm>
            <a:off x="7667233" y="4581940"/>
            <a:ext cx="1475339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0A7CE27B-C196-B4DB-336A-EC7819C000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3580707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A4D1D55-AC7B-CC9E-837A-41C9156B7B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3" y="4583851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67468A6-BFDB-0D25-5A19-C1822A91C1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3222" y="4137113"/>
            <a:ext cx="738758" cy="201847"/>
          </a:xfrm>
          <a:prstGeom prst="rect">
            <a:avLst/>
          </a:prstGeom>
        </p:spPr>
      </p:pic>
      <p:sp>
        <p:nvSpPr>
          <p:cNvPr id="22" name="Left-right Arrow 21">
            <a:extLst>
              <a:ext uri="{FF2B5EF4-FFF2-40B4-BE49-F238E27FC236}">
                <a16:creationId xmlns:a16="http://schemas.microsoft.com/office/drawing/2014/main" id="{D1A0B776-4178-644F-42F6-AA312CEB1120}"/>
              </a:ext>
            </a:extLst>
          </p:cNvPr>
          <p:cNvSpPr/>
          <p:nvPr/>
        </p:nvSpPr>
        <p:spPr>
          <a:xfrm>
            <a:off x="5888182" y="1783283"/>
            <a:ext cx="3385701" cy="86036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sz="900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13B9BF5-9256-396D-B56D-3F301B8BE01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9357" y="2025731"/>
            <a:ext cx="2480992" cy="361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21193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E2FE1-41E4-D2A5-8B3F-3F9491523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D406A83-73B8-AA55-2F62-BCE16E2225E9}"/>
              </a:ext>
            </a:extLst>
          </p:cNvPr>
          <p:cNvSpPr/>
          <p:nvPr/>
        </p:nvSpPr>
        <p:spPr>
          <a:xfrm>
            <a:off x="3169920" y="1663549"/>
            <a:ext cx="3252971" cy="2392084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9A77CA-14ED-1655-E48B-2F4DE6035405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</a:t>
            </a: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9753C49-6A29-71E2-484B-E3F208C193FF}"/>
              </a:ext>
            </a:extLst>
          </p:cNvPr>
          <p:cNvSpPr/>
          <p:nvPr/>
        </p:nvSpPr>
        <p:spPr>
          <a:xfrm>
            <a:off x="3169920" y="2694450"/>
            <a:ext cx="4908176" cy="2499999"/>
          </a:xfrm>
          <a:custGeom>
            <a:avLst/>
            <a:gdLst>
              <a:gd name="csX0" fmla="*/ 0 w 4908176"/>
              <a:gd name="csY0" fmla="*/ 2699627 h 2699627"/>
              <a:gd name="csX1" fmla="*/ 4908176 w 4908176"/>
              <a:gd name="csY1" fmla="*/ 2699627 h 2699627"/>
              <a:gd name="csX2" fmla="*/ 4908176 w 4908176"/>
              <a:gd name="csY2" fmla="*/ 0 h 2699627"/>
              <a:gd name="csX3" fmla="*/ 3407681 w 4908176"/>
              <a:gd name="csY3" fmla="*/ 13854 h 2699627"/>
              <a:gd name="csX4" fmla="*/ 3379971 w 4908176"/>
              <a:gd name="csY4" fmla="*/ 1687811 h 2699627"/>
              <a:gd name="csX5" fmla="*/ 0 w 4908176"/>
              <a:gd name="csY5" fmla="*/ 1687811 h 2699627"/>
              <a:gd name="csX6" fmla="*/ 0 w 4908176"/>
              <a:gd name="csY6" fmla="*/ 2699627 h 26996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908176" h="2499999">
                <a:moveTo>
                  <a:pt x="0" y="2499999"/>
                </a:moveTo>
                <a:lnTo>
                  <a:pt x="4908176" y="2499999"/>
                </a:lnTo>
                <a:lnTo>
                  <a:pt x="4908176" y="0"/>
                </a:lnTo>
                <a:lnTo>
                  <a:pt x="3379971" y="0"/>
                </a:lnTo>
                <a:lnTo>
                  <a:pt x="3379971" y="1488183"/>
                </a:lnTo>
                <a:lnTo>
                  <a:pt x="0" y="1488183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endParaRPr lang="en-CH" dirty="0"/>
          </a:p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A744F4B-6B9B-1B6A-43EC-DE7679FA2E68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379D0F3-0A75-C1A4-0313-0907C4A263AA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DFDE80-5E47-33CF-0B19-877F096AB18F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283A90C0-275F-89FC-9ABE-708D75487479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EEAB50-0E5E-F99A-507B-A70C8460DC69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B598521A-BCCA-3FFC-5F64-1ADF32C343C6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22" name="Left-right Arrow 21">
            <a:extLst>
              <a:ext uri="{FF2B5EF4-FFF2-40B4-BE49-F238E27FC236}">
                <a16:creationId xmlns:a16="http://schemas.microsoft.com/office/drawing/2014/main" id="{CD842C6A-169F-6DBF-EACD-514A2D02DE5C}"/>
              </a:ext>
            </a:extLst>
          </p:cNvPr>
          <p:cNvSpPr/>
          <p:nvPr/>
        </p:nvSpPr>
        <p:spPr>
          <a:xfrm>
            <a:off x="5888182" y="1783283"/>
            <a:ext cx="3385701" cy="86036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sz="900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0772963-5C06-BDD8-72F7-14381E2718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9357" y="2025731"/>
            <a:ext cx="2480992" cy="361141"/>
          </a:xfrm>
          <a:prstGeom prst="rect">
            <a:avLst/>
          </a:prstGeom>
        </p:spPr>
      </p:pic>
      <p:sp>
        <p:nvSpPr>
          <p:cNvPr id="18" name="Left-right Arrow 17">
            <a:extLst>
              <a:ext uri="{FF2B5EF4-FFF2-40B4-BE49-F238E27FC236}">
                <a16:creationId xmlns:a16="http://schemas.microsoft.com/office/drawing/2014/main" id="{3B721C45-27EE-E6EE-790E-1DB1DEAC24E1}"/>
              </a:ext>
            </a:extLst>
          </p:cNvPr>
          <p:cNvSpPr/>
          <p:nvPr/>
        </p:nvSpPr>
        <p:spPr>
          <a:xfrm>
            <a:off x="5486412" y="2780124"/>
            <a:ext cx="3787472" cy="860367"/>
          </a:xfrm>
          <a:prstGeom prst="leftRightArrow">
            <a:avLst/>
          </a:prstGeom>
          <a:solidFill>
            <a:srgbClr val="637E3C"/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bg1"/>
                </a:solidFill>
                <a:latin typeface="Sora" pitchFamily="2" charset="0"/>
                <a:cs typeface="Sora" pitchFamily="2" charset="0"/>
              </a:rPr>
              <a:t>Agent Skills</a:t>
            </a: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7281F9E8-C790-6481-4352-2C43471D5EF5}"/>
              </a:ext>
            </a:extLst>
          </p:cNvPr>
          <p:cNvSpPr/>
          <p:nvPr/>
        </p:nvSpPr>
        <p:spPr>
          <a:xfrm>
            <a:off x="7667233" y="410947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sz="1050" dirty="0">
              <a:latin typeface="Sora" pitchFamily="2" charset="0"/>
              <a:cs typeface="Sora" pitchFamily="2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68CA4F1-9DF6-8593-C55C-1454051F96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1172" y="4082911"/>
            <a:ext cx="875405" cy="62528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152DB1A-7111-036F-087B-BFC3D6F5351A}"/>
              </a:ext>
            </a:extLst>
          </p:cNvPr>
          <p:cNvSpPr txBox="1"/>
          <p:nvPr/>
        </p:nvSpPr>
        <p:spPr>
          <a:xfrm>
            <a:off x="8550181" y="4296190"/>
            <a:ext cx="4619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900" dirty="0">
                <a:solidFill>
                  <a:srgbClr val="424143"/>
                </a:solidFill>
                <a:latin typeface="Sora" pitchFamily="2" charset="0"/>
                <a:cs typeface="Sora" pitchFamily="2" charset="0"/>
              </a:rPr>
              <a:t>&amp; Co</a:t>
            </a:r>
          </a:p>
        </p:txBody>
      </p:sp>
    </p:spTree>
    <p:extLst>
      <p:ext uri="{BB962C8B-B14F-4D97-AF65-F5344CB8AC3E}">
        <p14:creationId xmlns:p14="http://schemas.microsoft.com/office/powerpoint/2010/main" val="6730152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0E499-4AA2-C894-4B37-ECFFA6B44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ED1046D-CF30-B9DB-6020-C9AFC8D02E37}"/>
              </a:ext>
            </a:extLst>
          </p:cNvPr>
          <p:cNvSpPr/>
          <p:nvPr/>
        </p:nvSpPr>
        <p:spPr>
          <a:xfrm>
            <a:off x="3169920" y="1663549"/>
            <a:ext cx="1053803" cy="2392084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5A818C-2068-7764-2CAA-3D7F4B1F8078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A136A544-FC31-275F-B232-752FB4E95327}"/>
              </a:ext>
            </a:extLst>
          </p:cNvPr>
          <p:cNvSpPr/>
          <p:nvPr/>
        </p:nvSpPr>
        <p:spPr>
          <a:xfrm>
            <a:off x="3169920" y="1663550"/>
            <a:ext cx="4908176" cy="3530899"/>
          </a:xfrm>
          <a:custGeom>
            <a:avLst/>
            <a:gdLst>
              <a:gd name="csX0" fmla="*/ 0 w 4908176"/>
              <a:gd name="csY0" fmla="*/ 2218764 h 2218764"/>
              <a:gd name="csX1" fmla="*/ 4908176 w 4908176"/>
              <a:gd name="csY1" fmla="*/ 2218764 h 2218764"/>
              <a:gd name="csX2" fmla="*/ 4908176 w 4908176"/>
              <a:gd name="csY2" fmla="*/ 1143000 h 2218764"/>
              <a:gd name="csX3" fmla="*/ 4908176 w 4908176"/>
              <a:gd name="csY3" fmla="*/ 0 h 2218764"/>
              <a:gd name="csX4" fmla="*/ 4625788 w 4908176"/>
              <a:gd name="csY4" fmla="*/ 0 h 2218764"/>
              <a:gd name="csX5" fmla="*/ 3348726 w 4908176"/>
              <a:gd name="csY5" fmla="*/ 2287 h 2218764"/>
              <a:gd name="csX6" fmla="*/ 3348317 w 4908176"/>
              <a:gd name="csY6" fmla="*/ 889637 h 2218764"/>
              <a:gd name="csX7" fmla="*/ 2312726 w 4908176"/>
              <a:gd name="csY7" fmla="*/ 888573 h 2218764"/>
              <a:gd name="csX8" fmla="*/ 2310252 w 4908176"/>
              <a:gd name="csY8" fmla="*/ 1562401 h 2218764"/>
              <a:gd name="csX9" fmla="*/ 1 w 4908176"/>
              <a:gd name="csY9" fmla="*/ 1564342 h 2218764"/>
              <a:gd name="csX10" fmla="*/ 0 w 4908176"/>
              <a:gd name="csY10" fmla="*/ 2218764 h 22187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4908176" h="2218764">
                <a:moveTo>
                  <a:pt x="0" y="2218764"/>
                </a:moveTo>
                <a:lnTo>
                  <a:pt x="4908176" y="2218764"/>
                </a:lnTo>
                <a:lnTo>
                  <a:pt x="4908176" y="0"/>
                </a:lnTo>
                <a:lnTo>
                  <a:pt x="3348726" y="0"/>
                </a:lnTo>
                <a:lnTo>
                  <a:pt x="3348726" y="889637"/>
                </a:lnTo>
                <a:lnTo>
                  <a:pt x="2312726" y="889637"/>
                </a:lnTo>
                <a:lnTo>
                  <a:pt x="2312726" y="1564342"/>
                </a:lnTo>
                <a:lnTo>
                  <a:pt x="0" y="1564342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endParaRPr lang="en-CH" dirty="0"/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3D84169-9C05-41C7-B155-14C758AAB4F7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BE80355-82AE-5168-042D-43FF260D90A3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AB3D618-2AA8-D0C7-CC3E-D729BA21D2F2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B00B3A5-2B5C-0977-0FE6-A2C2484B9D3D}"/>
              </a:ext>
            </a:extLst>
          </p:cNvPr>
          <p:cNvSpPr/>
          <p:nvPr/>
        </p:nvSpPr>
        <p:spPr>
          <a:xfrm>
            <a:off x="4327258" y="1663548"/>
            <a:ext cx="1053803" cy="2854663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RLCD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9E672FF-4DFA-023A-9C47-FF100859CC16}"/>
              </a:ext>
            </a:extLst>
          </p:cNvPr>
          <p:cNvSpPr/>
          <p:nvPr/>
        </p:nvSpPr>
        <p:spPr>
          <a:xfrm>
            <a:off x="5484597" y="1663549"/>
            <a:ext cx="938294" cy="609751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28CA121-37B9-B32B-2852-CF7627658AA4}"/>
              </a:ext>
            </a:extLst>
          </p:cNvPr>
          <p:cNvSpPr/>
          <p:nvPr/>
        </p:nvSpPr>
        <p:spPr>
          <a:xfrm>
            <a:off x="5484597" y="2367284"/>
            <a:ext cx="938294" cy="609751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01999E0B-7D0A-17EB-2E98-101F0ACC4E9D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DD6934-6CC3-3789-8D95-F0E150CA467A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2DC7C6AA-660B-315A-13C6-DB58FE16CE6B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FE868A33-34DF-D274-6DC5-03EA475023C3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28D28D39-70C2-A915-6C20-9EDB0224088E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22B64B59-76ED-B9B5-2E08-A1B3CFFE8B04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9D90086-4A5C-5184-60C2-23ED4876B9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60321EF2-905A-4220-368F-DE60E7860BEE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4ACF20D-77CD-4C7E-B675-EEB921A930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571E11F-FD19-5569-73CE-5F7A90DE15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63EE4B6-16A8-6B1F-110A-B0E37FC94A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5635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C61C3-D382-58F9-B1D1-0F604F3DB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526DFA8-4970-4012-8F98-B2EF8CC91FE2}"/>
              </a:ext>
            </a:extLst>
          </p:cNvPr>
          <p:cNvSpPr/>
          <p:nvPr/>
        </p:nvSpPr>
        <p:spPr>
          <a:xfrm>
            <a:off x="3169920" y="1663548"/>
            <a:ext cx="3252971" cy="2034691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0758499-1B23-7177-75A6-BA116965F958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</a:t>
            </a: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2144FF2-C5B0-13E1-20B3-F02C8329C724}"/>
              </a:ext>
            </a:extLst>
          </p:cNvPr>
          <p:cNvSpPr/>
          <p:nvPr/>
        </p:nvSpPr>
        <p:spPr>
          <a:xfrm>
            <a:off x="3169920" y="3761921"/>
            <a:ext cx="4908176" cy="1432529"/>
          </a:xfrm>
          <a:custGeom>
            <a:avLst/>
            <a:gdLst/>
            <a:ahLst/>
            <a:cxnLst/>
            <a:rect l="l" t="t" r="r" b="b"/>
            <a:pathLst>
              <a:path w="4908176" h="1432529">
                <a:moveTo>
                  <a:pt x="0" y="1432529"/>
                </a:moveTo>
                <a:lnTo>
                  <a:pt x="4908176" y="1432529"/>
                </a:lnTo>
                <a:lnTo>
                  <a:pt x="4908176" y="411048"/>
                </a:lnTo>
                <a:lnTo>
                  <a:pt x="3252971" y="411048"/>
                </a:lnTo>
                <a:lnTo>
                  <a:pt x="3252971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0B4051A-70E4-60FE-BF82-8EDA0CD9B7CD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A2211B5-3CCE-FA76-1E3A-360B222A3E55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F68A366-F139-CA5D-0FAA-960711D5974E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7F7655E4-45E8-A6CE-83D9-BC1981EF8663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09D94E-5D13-7C85-C849-9DF97CB3379D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225B5CA8-A686-208D-6721-5B5B31B398F4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F5F164A1-CDDA-FAA4-0BCF-AB849777251D}"/>
              </a:ext>
            </a:extLst>
          </p:cNvPr>
          <p:cNvSpPr/>
          <p:nvPr/>
        </p:nvSpPr>
        <p:spPr>
          <a:xfrm>
            <a:off x="7667233" y="4411222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sz="1050" dirty="0">
              <a:latin typeface="Sora" pitchFamily="2" charset="0"/>
              <a:cs typeface="Sora" pitchFamily="2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92E67FC-4C29-FBD8-7543-0CBD940883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1172" y="4384663"/>
            <a:ext cx="875405" cy="62528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2915806-01CB-B976-156A-3F43C15B2C70}"/>
              </a:ext>
            </a:extLst>
          </p:cNvPr>
          <p:cNvSpPr txBox="1"/>
          <p:nvPr/>
        </p:nvSpPr>
        <p:spPr>
          <a:xfrm>
            <a:off x="8550181" y="4597942"/>
            <a:ext cx="4619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900" dirty="0">
                <a:solidFill>
                  <a:srgbClr val="424143"/>
                </a:solidFill>
                <a:latin typeface="Sora" pitchFamily="2" charset="0"/>
                <a:cs typeface="Sora" pitchFamily="2" charset="0"/>
              </a:rPr>
              <a:t>&amp; Co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1555AAA-EAA9-3DFF-B1FE-F33011064DC0}"/>
              </a:ext>
            </a:extLst>
          </p:cNvPr>
          <p:cNvSpPr/>
          <p:nvPr/>
        </p:nvSpPr>
        <p:spPr>
          <a:xfrm>
            <a:off x="6486391" y="1663548"/>
            <a:ext cx="1591705" cy="2445921"/>
          </a:xfrm>
          <a:prstGeom prst="rect">
            <a:avLst/>
          </a:prstGeom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</p:txBody>
      </p:sp>
      <p:sp>
        <p:nvSpPr>
          <p:cNvPr id="16" name="Left-right Arrow 15">
            <a:extLst>
              <a:ext uri="{FF2B5EF4-FFF2-40B4-BE49-F238E27FC236}">
                <a16:creationId xmlns:a16="http://schemas.microsoft.com/office/drawing/2014/main" id="{87678275-C4AC-6493-75CD-43156CC573E4}"/>
              </a:ext>
            </a:extLst>
          </p:cNvPr>
          <p:cNvSpPr/>
          <p:nvPr/>
        </p:nvSpPr>
        <p:spPr>
          <a:xfrm>
            <a:off x="5688987" y="1726556"/>
            <a:ext cx="1344972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8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Function Calling</a:t>
            </a:r>
          </a:p>
        </p:txBody>
      </p:sp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623D173D-852B-4BFA-719E-11928965D9B7}"/>
              </a:ext>
            </a:extLst>
          </p:cNvPr>
          <p:cNvSpPr/>
          <p:nvPr/>
        </p:nvSpPr>
        <p:spPr>
          <a:xfrm>
            <a:off x="5676614" y="2371775"/>
            <a:ext cx="1344972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8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       MCP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BC44996-69EE-2FC6-A39C-C4E7820A6A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1699" y="2550033"/>
            <a:ext cx="202621" cy="202621"/>
          </a:xfrm>
          <a:prstGeom prst="rect">
            <a:avLst/>
          </a:prstGeom>
        </p:spPr>
      </p:pic>
      <p:sp>
        <p:nvSpPr>
          <p:cNvPr id="20" name="Left-right Arrow 19">
            <a:extLst>
              <a:ext uri="{FF2B5EF4-FFF2-40B4-BE49-F238E27FC236}">
                <a16:creationId xmlns:a16="http://schemas.microsoft.com/office/drawing/2014/main" id="{CD883534-6E9E-15D2-50B8-1EACE2C84E87}"/>
              </a:ext>
            </a:extLst>
          </p:cNvPr>
          <p:cNvSpPr/>
          <p:nvPr/>
        </p:nvSpPr>
        <p:spPr>
          <a:xfrm>
            <a:off x="5682691" y="3016994"/>
            <a:ext cx="1344972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8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Agent Skills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AA74CE2-DBC1-8630-D1A4-54A6CFFAA6CD}"/>
              </a:ext>
            </a:extLst>
          </p:cNvPr>
          <p:cNvSpPr txBox="1"/>
          <p:nvPr/>
        </p:nvSpPr>
        <p:spPr>
          <a:xfrm rot="16200000">
            <a:off x="6693238" y="2736848"/>
            <a:ext cx="13296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CH" sz="200" dirty="0">
              <a:latin typeface="Sora" pitchFamily="2" charset="0"/>
              <a:cs typeface="Sora" pitchFamily="2" charset="0"/>
            </a:endParaRPr>
          </a:p>
          <a:p>
            <a:r>
              <a:rPr lang="en-CH" sz="1600" dirty="0">
                <a:solidFill>
                  <a:schemeClr val="lt1"/>
                </a:solidFill>
                <a:latin typeface="Sora" pitchFamily="2" charset="0"/>
                <a:cs typeface="Sora" pitchFamily="2" charset="0"/>
              </a:rPr>
              <a:t>Workflows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1E1CFF0-2EBF-68E9-9471-266E36C939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8681" y="1768581"/>
            <a:ext cx="493370" cy="48812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111E5123-261D-7D56-531A-81ECD9373D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3385" y="3636601"/>
            <a:ext cx="369332" cy="369332"/>
          </a:xfrm>
          <a:prstGeom prst="rect">
            <a:avLst/>
          </a:prstGeom>
        </p:spPr>
      </p:pic>
      <p:sp>
        <p:nvSpPr>
          <p:cNvPr id="25" name="Left-right Arrow 24">
            <a:extLst>
              <a:ext uri="{FF2B5EF4-FFF2-40B4-BE49-F238E27FC236}">
                <a16:creationId xmlns:a16="http://schemas.microsoft.com/office/drawing/2014/main" id="{ED1F880D-F54A-5CB5-55F0-CF119DB38086}"/>
              </a:ext>
            </a:extLst>
          </p:cNvPr>
          <p:cNvSpPr/>
          <p:nvPr/>
        </p:nvSpPr>
        <p:spPr>
          <a:xfrm>
            <a:off x="7650439" y="258763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sz="1050" dirty="0">
              <a:latin typeface="Sora" pitchFamily="2" charset="0"/>
              <a:cs typeface="Sora" pitchFamily="2" charset="0"/>
            </a:endParaRP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CCEC855A-7B14-E2C2-EFE1-737E8A13F8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4378" y="2561071"/>
            <a:ext cx="875405" cy="625289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5A18F686-EEDC-8F80-47E4-9D31532984A0}"/>
              </a:ext>
            </a:extLst>
          </p:cNvPr>
          <p:cNvSpPr txBox="1"/>
          <p:nvPr/>
        </p:nvSpPr>
        <p:spPr>
          <a:xfrm>
            <a:off x="8533387" y="2774350"/>
            <a:ext cx="4619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900" dirty="0">
                <a:solidFill>
                  <a:srgbClr val="424143"/>
                </a:solidFill>
                <a:latin typeface="Sora" pitchFamily="2" charset="0"/>
                <a:cs typeface="Sora" pitchFamily="2" charset="0"/>
              </a:rPr>
              <a:t>&amp; Co</a:t>
            </a:r>
          </a:p>
        </p:txBody>
      </p:sp>
    </p:spTree>
    <p:extLst>
      <p:ext uri="{BB962C8B-B14F-4D97-AF65-F5344CB8AC3E}">
        <p14:creationId xmlns:p14="http://schemas.microsoft.com/office/powerpoint/2010/main" val="36744486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C0C7B-3D4C-4A81-88B2-21A67D18B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C16E00A8-064D-4280-1ADB-C212AF603DBC}"/>
              </a:ext>
            </a:extLst>
          </p:cNvPr>
          <p:cNvGrpSpPr/>
          <p:nvPr/>
        </p:nvGrpSpPr>
        <p:grpSpPr>
          <a:xfrm rot="6108404">
            <a:off x="5832063" y="2307678"/>
            <a:ext cx="1009774" cy="2445921"/>
            <a:chOff x="759858" y="4218575"/>
            <a:chExt cx="1009774" cy="244592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E46232ED-D535-87EA-F84E-EFFB7F566477}"/>
                </a:ext>
              </a:extLst>
            </p:cNvPr>
            <p:cNvSpPr/>
            <p:nvPr/>
          </p:nvSpPr>
          <p:spPr>
            <a:xfrm>
              <a:off x="759858" y="4218575"/>
              <a:ext cx="1009774" cy="2445921"/>
            </a:xfrm>
            <a:prstGeom prst="rect">
              <a:avLst/>
            </a:prstGeom>
            <a:ln w="5080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 dirty="0">
                <a:latin typeface="Sora" pitchFamily="2" charset="0"/>
                <a:cs typeface="Sora" pitchFamily="2" charset="0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474629A-8395-9E7A-2DA2-209A85D1E06C}"/>
                </a:ext>
              </a:extLst>
            </p:cNvPr>
            <p:cNvSpPr txBox="1"/>
            <p:nvPr/>
          </p:nvSpPr>
          <p:spPr>
            <a:xfrm rot="16200000">
              <a:off x="581572" y="5291875"/>
              <a:ext cx="13296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en-CH" sz="200" dirty="0">
                <a:latin typeface="Sora" pitchFamily="2" charset="0"/>
                <a:cs typeface="Sora" pitchFamily="2" charset="0"/>
              </a:endParaRPr>
            </a:p>
            <a:p>
              <a:r>
                <a:rPr lang="en-CH" sz="1600" dirty="0">
                  <a:solidFill>
                    <a:schemeClr val="lt1"/>
                  </a:solidFill>
                  <a:latin typeface="Sora" pitchFamily="2" charset="0"/>
                  <a:cs typeface="Sora" pitchFamily="2" charset="0"/>
                </a:rPr>
                <a:t>Workflows</a:t>
              </a:r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6DD91352-AE4A-72C9-E4D5-95EF59AB9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17015" y="4323608"/>
              <a:ext cx="493370" cy="488122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F80E7ABE-E4BF-5B6B-8CE7-8C9B04E3AF4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61719" y="6191628"/>
              <a:ext cx="369332" cy="369332"/>
            </a:xfrm>
            <a:prstGeom prst="rect">
              <a:avLst/>
            </a:prstGeom>
          </p:spPr>
        </p:pic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5866FDE8-6D6C-959F-E621-9FEBD5ADA6BA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3C1CE304-FE95-1502-A2C6-BCD998125FC6}"/>
              </a:ext>
            </a:extLst>
          </p:cNvPr>
          <p:cNvSpPr/>
          <p:nvPr/>
        </p:nvSpPr>
        <p:spPr>
          <a:xfrm rot="-240000">
            <a:off x="3230000" y="3900000"/>
            <a:ext cx="2950000" cy="1150000"/>
          </a:xfrm>
          <a:prstGeom prst="rect">
            <a:avLst/>
          </a:pr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CD42EBA-3A36-C077-A178-30ECC2553D5E}"/>
              </a:ext>
            </a:extLst>
          </p:cNvPr>
          <p:cNvSpPr/>
          <p:nvPr/>
        </p:nvSpPr>
        <p:spPr>
          <a:xfrm rot="180000">
            <a:off x="3260000" y="1750000"/>
            <a:ext cx="2050000" cy="1650000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28" name="ML"/>
          <p:cNvSpPr/>
          <p:nvPr/>
        </p:nvSpPr>
        <p:spPr>
          <a:xfrm rot="-540000">
            <a:off x="5050000" y="2950000"/>
            <a:ext cx="1250000" cy="850000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ML</a:t>
            </a:r>
          </a:p>
        </p:txBody>
      </p:sp>
      <p:sp>
        <p:nvSpPr>
          <p:cNvPr id="29" name="Prompts"/>
          <p:cNvSpPr/>
          <p:nvPr/>
        </p:nvSpPr>
        <p:spPr>
          <a:xfrm rot="-300000">
            <a:off x="3550000" y="1420000"/>
            <a:ext cx="1750000" cy="450000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Prompts</a:t>
            </a:r>
          </a:p>
        </p:txBody>
      </p:sp>
      <p:sp>
        <p:nvSpPr>
          <p:cNvPr id="30" name="RLCD"/>
          <p:cNvSpPr/>
          <p:nvPr/>
        </p:nvSpPr>
        <p:spPr>
          <a:xfrm rot="-240000">
            <a:off x="6000000" y="4600000"/>
            <a:ext cx="1400000" cy="450000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RLCD</a:t>
            </a:r>
          </a:p>
        </p:txBody>
      </p:sp>
      <p:sp>
        <p:nvSpPr>
          <p:cNvPr id="31" name="GenAI small 1"/>
          <p:cNvSpPr/>
          <p:nvPr/>
        </p:nvSpPr>
        <p:spPr>
          <a:xfrm rot="-720000">
            <a:off x="5400000" y="1250000"/>
            <a:ext cx="940000" cy="520000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32" name="GenAI small 2"/>
          <p:cNvSpPr/>
          <p:nvPr/>
        </p:nvSpPr>
        <p:spPr>
          <a:xfrm rot="540000">
            <a:off x="3300000" y="4750000"/>
            <a:ext cx="940000" cy="520000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33" name="GenAI small 3"/>
          <p:cNvSpPr/>
          <p:nvPr/>
        </p:nvSpPr>
        <p:spPr>
          <a:xfrm rot="-180000">
            <a:off x="4250000" y="3550000"/>
            <a:ext cx="940000" cy="520000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CC1ABF8-3F65-093E-B197-103EDF570F7F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7403FA8-B9DE-E875-CC73-2B20822F1190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6E6235-A8D4-B8D1-8D9E-B5C7A10A43D7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B8ED3412-7C0A-F0B3-C996-3914712AB6A1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A5EE44-23E2-65E1-12F1-99311E749AE2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23D23993-EDF2-8DE0-FB10-29A4CEEC4BD1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4" name="Function Calling"/>
          <p:cNvSpPr/>
          <p:nvPr/>
        </p:nvSpPr>
        <p:spPr>
          <a:xfrm rot="-1020000">
            <a:off x="5367691" y="412257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9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Function Calling</a:t>
            </a:r>
          </a:p>
        </p:txBody>
      </p:sp>
      <p:sp>
        <p:nvSpPr>
          <p:cNvPr id="35" name="Agent Skills"/>
          <p:cNvSpPr/>
          <p:nvPr/>
        </p:nvSpPr>
        <p:spPr>
          <a:xfrm rot="300000">
            <a:off x="4666965" y="2322680"/>
            <a:ext cx="3500000" cy="760000"/>
          </a:xfrm>
          <a:prstGeom prst="leftRightArrow">
            <a:avLst/>
          </a:prstGeom>
          <a:solidFill>
            <a:srgbClr val="637E3C"/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bg1"/>
                </a:solidFill>
                <a:latin typeface="Sora" pitchFamily="2" charset="0"/>
                <a:cs typeface="Sora" pitchFamily="2" charset="0"/>
              </a:rPr>
              <a:t>Agent Skills</a:t>
            </a:r>
          </a:p>
        </p:txBody>
      </p:sp>
      <p:grpSp>
        <p:nvGrpSpPr>
          <p:cNvPr id="23" name="MCP group"/>
          <p:cNvGrpSpPr/>
          <p:nvPr/>
        </p:nvGrpSpPr>
        <p:grpSpPr>
          <a:xfrm rot="-420000">
            <a:off x="5638182" y="1583283"/>
            <a:ext cx="3385701" cy="860367"/>
            <a:chOff x="5888182" y="1783283"/>
            <a:chExt cx="3385701" cy="860367"/>
          </a:xfrm>
        </p:grpSpPr>
        <p:sp>
          <p:nvSpPr>
            <p:cNvPr id="22" name="Left-right Arrow 21">
              <a:extLst>
                <a:ext uri="{FF2B5EF4-FFF2-40B4-BE49-F238E27FC236}">
                  <a16:creationId xmlns:a16="http://schemas.microsoft.com/office/drawing/2014/main" id="{D1A0B776-4178-644F-42F6-AA312CEB1120}"/>
                </a:ext>
              </a:extLst>
            </p:cNvPr>
            <p:cNvSpPr/>
            <p:nvPr/>
          </p:nvSpPr>
          <p:spPr>
            <a:xfrm>
              <a:off x="5888182" y="1783283"/>
              <a:ext cx="3385701" cy="860367"/>
            </a:xfrm>
            <a:prstGeom prst="leftRightArrow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 sz="9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endParaRPr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413B9BF5-9256-396D-B56D-3F301B8BE01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69357" y="2025731"/>
              <a:ext cx="2480992" cy="361141"/>
            </a:xfrm>
            <a:prstGeom prst="rect">
              <a:avLst/>
            </a:prstGeom>
          </p:spPr>
        </p:pic>
      </p:grpSp>
      <p:sp>
        <p:nvSpPr>
          <p:cNvPr id="14" name="Left-right Arrow 13">
            <a:extLst>
              <a:ext uri="{FF2B5EF4-FFF2-40B4-BE49-F238E27FC236}">
                <a16:creationId xmlns:a16="http://schemas.microsoft.com/office/drawing/2014/main" id="{C89D6BE6-B089-1784-1775-BB5F3AB76FC1}"/>
              </a:ext>
            </a:extLst>
          </p:cNvPr>
          <p:cNvSpPr/>
          <p:nvPr/>
        </p:nvSpPr>
        <p:spPr>
          <a:xfrm>
            <a:off x="7667233" y="3407721"/>
            <a:ext cx="1475338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8" name="Left-right Arrow 17">
            <a:extLst>
              <a:ext uri="{FF2B5EF4-FFF2-40B4-BE49-F238E27FC236}">
                <a16:creationId xmlns:a16="http://schemas.microsoft.com/office/drawing/2014/main" id="{756D2953-0D88-BC36-731C-3E2FC6820C8E}"/>
              </a:ext>
            </a:extLst>
          </p:cNvPr>
          <p:cNvSpPr/>
          <p:nvPr/>
        </p:nvSpPr>
        <p:spPr>
          <a:xfrm>
            <a:off x="7667233" y="3994831"/>
            <a:ext cx="1475339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36" name="Left-right Arrow 35">
            <a:extLst>
              <a:ext uri="{FF2B5EF4-FFF2-40B4-BE49-F238E27FC236}">
                <a16:creationId xmlns:a16="http://schemas.microsoft.com/office/drawing/2014/main" id="{0972965A-4B14-AD06-69A3-FDE87A46C928}"/>
              </a:ext>
            </a:extLst>
          </p:cNvPr>
          <p:cNvSpPr/>
          <p:nvPr/>
        </p:nvSpPr>
        <p:spPr>
          <a:xfrm>
            <a:off x="7667233" y="2820612"/>
            <a:ext cx="1475338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E60AE11E-C974-D05C-25F8-0AB79E8B4A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7197" y="2746993"/>
            <a:ext cx="875405" cy="625289"/>
          </a:xfrm>
          <a:prstGeom prst="rect">
            <a:avLst/>
          </a:prstGeom>
        </p:spPr>
      </p:pic>
      <p:sp>
        <p:nvSpPr>
          <p:cNvPr id="38" name="Left-right Arrow 37">
            <a:extLst>
              <a:ext uri="{FF2B5EF4-FFF2-40B4-BE49-F238E27FC236}">
                <a16:creationId xmlns:a16="http://schemas.microsoft.com/office/drawing/2014/main" id="{19142504-31F1-39A1-9E05-D2D8B369BD8F}"/>
              </a:ext>
            </a:extLst>
          </p:cNvPr>
          <p:cNvSpPr/>
          <p:nvPr/>
        </p:nvSpPr>
        <p:spPr>
          <a:xfrm>
            <a:off x="7667233" y="4581940"/>
            <a:ext cx="1475339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25ADE6CE-0630-4E75-CCC9-4CDE993AF0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8989" y="3580707"/>
            <a:ext cx="698570" cy="154491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14E31B9D-8C4F-7BCB-0D79-CB1DA10F97B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57013" y="4583851"/>
            <a:ext cx="482523" cy="482523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7C3E8B83-32AC-1BB3-7A26-02A17B37492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03222" y="4137113"/>
            <a:ext cx="738758" cy="20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89804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penAPI Initiative">
      <a:dk1>
        <a:srgbClr val="000000"/>
      </a:dk1>
      <a:lt1>
        <a:srgbClr val="FFFFFF"/>
      </a:lt1>
      <a:dk2>
        <a:srgbClr val="4B5B2A"/>
      </a:dk2>
      <a:lt2>
        <a:srgbClr val="E7E6E6"/>
      </a:lt2>
      <a:accent1>
        <a:srgbClr val="6BA538"/>
      </a:accent1>
      <a:accent2>
        <a:srgbClr val="4B5B2A"/>
      </a:accent2>
      <a:accent3>
        <a:srgbClr val="97D700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1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7cbd278-44e5-46af-a5d9-924af6d28f4a}">
  <we:reference id="WA200010001" version="1.0.0.1" store="en-US" storeType="OMEX"/>
  <we:alternateReferences/>
  <we:properties>
    <we:property name="Microsoft.Office.CampaignId" value="&quot;none&quot;"/>
    <we:property name="claude.fileId" value="&quot;3229a3b5-e41a-42e2-ab36-856bc9ed0815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D401524DC532D42A0E0ED886331A72B" ma:contentTypeVersion="13" ma:contentTypeDescription="Create a new document." ma:contentTypeScope="" ma:versionID="d936d863d335d354da51eb78ca1ae338">
  <xsd:schema xmlns:xsd="http://www.w3.org/2001/XMLSchema" xmlns:xs="http://www.w3.org/2001/XMLSchema" xmlns:p="http://schemas.microsoft.com/office/2006/metadata/properties" xmlns:ns2="f577acbf-5b0b-4b4f-9948-268e97f8d3a4" xmlns:ns3="b1e4d6ee-9f6f-43f8-a618-24f3d84da28f" targetNamespace="http://schemas.microsoft.com/office/2006/metadata/properties" ma:root="true" ma:fieldsID="5fbac08d56b1b04aa33acbc31e882ce9" ns2:_="" ns3:_="">
    <xsd:import namespace="f577acbf-5b0b-4b4f-9948-268e97f8d3a4"/>
    <xsd:import namespace="b1e4d6ee-9f6f-43f8-a618-24f3d84da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2:Document_x0020_Purpose" minOccurs="0"/>
                <xsd:element ref="ns2:Initiative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577acbf-5b0b-4b4f-9948-268e97f8d3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Document_x0020_Purpose" ma:index="14" nillable="true" ma:displayName="Document Purpose" ma:default="Informational" ma:format="Dropdown" ma:internalName="Document_x0020_Purpose">
      <xsd:simpleType>
        <xsd:restriction base="dms:Choice">
          <xsd:enumeration value="Informational"/>
          <xsd:enumeration value="Feature Spec"/>
          <xsd:enumeration value="Engineering Design"/>
          <xsd:enumeration value="Planning"/>
        </xsd:restriction>
      </xsd:simpleType>
    </xsd:element>
    <xsd:element name="Initiatives" ma:index="15" nillable="true" ma:displayName="Initiatives" ma:description="List of initiatives related to this document" ma:internalName="Initiatives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dd-in MAU"/>
                    <xsd:enumeration value="Custom Functions"/>
                    <xsd:enumeration value="Data &amp; Analytics"/>
                    <xsd:enumeration value="DevEx: Portals &amp; Programs"/>
                    <xsd:enumeration value="DevEx: Tools &amp; Libraries"/>
                    <xsd:enumeration value="Engineering"/>
                    <xsd:enumeration value="Excel API"/>
                    <xsd:enumeration value="In-Market Support"/>
                    <xsd:enumeration value="Maker Access"/>
                    <xsd:enumeration value="SDX Runtime &amp; Partners"/>
                    <xsd:enumeration value="SDX Service Delivery"/>
                    <xsd:enumeration value="SDX API &amp; Pipeline"/>
                    <xsd:enumeration value="Shield &amp; OCE"/>
                  </xsd:restriction>
                </xsd:simpleType>
              </xsd:element>
            </xsd:sequence>
          </xsd:extension>
        </xsd:complexContent>
      </xsd:complex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  <xsd:element name="MediaServiceOCR" ma:index="18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MediaService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e4d6ee-9f6f-43f8-a618-24f3d84da28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2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3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ocument_x0020_Purpose xmlns="f577acbf-5b0b-4b4f-9948-268e97f8d3a4">Informational</Document_x0020_Purpose>
    <Initiatives xmlns="f577acbf-5b0b-4b4f-9948-268e97f8d3a4"/>
  </documentManagement>
</p:properties>
</file>

<file path=customXml/itemProps1.xml><?xml version="1.0" encoding="utf-8"?>
<ds:datastoreItem xmlns:ds="http://schemas.openxmlformats.org/officeDocument/2006/customXml" ds:itemID="{A79EAE08-AAD0-49B9-BF66-164C225CC52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577acbf-5b0b-4b4f-9948-268e97f8d3a4"/>
    <ds:schemaRef ds:uri="b1e4d6ee-9f6f-43f8-a618-24f3d84da28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21AFCC0-734A-4A90-A597-A1CB34860DC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17AB1FA-2F28-4684-9230-02ACEB6C0B0A}">
  <ds:schemaRefs>
    <ds:schemaRef ds:uri="b1e4d6ee-9f6f-43f8-a618-24f3d84da28f"/>
    <ds:schemaRef ds:uri="http://purl.org/dc/terms/"/>
    <ds:schemaRef ds:uri="http://schemas.openxmlformats.org/package/2006/metadata/core-properties"/>
    <ds:schemaRef ds:uri="f577acbf-5b0b-4b4f-9948-268e97f8d3a4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4085</TotalTime>
  <Words>218</Words>
  <Application>Microsoft Macintosh PowerPoint</Application>
  <PresentationFormat>Widescreen</PresentationFormat>
  <Paragraphs>158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Sora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</dc:creator>
  <cp:lastModifiedBy>Wilde, Erik</cp:lastModifiedBy>
  <cp:revision>11</cp:revision>
  <dcterms:created xsi:type="dcterms:W3CDTF">2018-06-07T21:39:02Z</dcterms:created>
  <dcterms:modified xsi:type="dcterms:W3CDTF">2026-10-11T13:12:23Z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0x010100CD401524DC532D42A0E0ED886331A72B</vt:lpwstr>
  </property>
  <property fmtid="{D5CDD505-2E9C-101B-9397-08002B2CF9AE}" pid="3" name="MSIP_Label_f42aa342-8706-4288-bd11-ebb85995028c_Enabled">
    <vt:lpwstr>True</vt:lpwstr>
  </property>
  <property fmtid="{D5CDD505-2E9C-101B-9397-08002B2CF9AE}" pid="4" name="MSIP_Label_f42aa342-8706-4288-bd11-ebb85995028c_SiteId">
    <vt:lpwstr>72f988bf-86f1-41af-91ab-2d7cd011db47</vt:lpwstr>
  </property>
  <property fmtid="{D5CDD505-2E9C-101B-9397-08002B2CF9AE}" pid="5" name="MSIP_Label_f42aa342-8706-4288-bd11-ebb85995028c_Owner">
    <vt:lpwstr>t-dahop@microsoft.com</vt:lpwstr>
  </property>
  <property fmtid="{D5CDD505-2E9C-101B-9397-08002B2CF9AE}" pid="6" name="MSIP_Label_f42aa342-8706-4288-bd11-ebb85995028c_SetDate">
    <vt:lpwstr>2018-06-18T13:45:27.3782680Z</vt:lpwstr>
  </property>
  <property fmtid="{D5CDD505-2E9C-101B-9397-08002B2CF9AE}" pid="7" name="MSIP_Label_f42aa342-8706-4288-bd11-ebb85995028c_Name">
    <vt:lpwstr>General</vt:lpwstr>
  </property>
  <property fmtid="{D5CDD505-2E9C-101B-9397-08002B2CF9AE}" pid="8" name="MSIP_Label_f42aa342-8706-4288-bd11-ebb85995028c_Application">
    <vt:lpwstr>Microsoft Azure Information Protection</vt:lpwstr>
  </property>
  <property fmtid="{D5CDD505-2E9C-101B-9397-08002B2CF9AE}" pid="9" name="MSIP_Label_f42aa342-8706-4288-bd11-ebb85995028c_Extended_MSFT_Method">
    <vt:lpwstr>Automatic</vt:lpwstr>
  </property>
  <property fmtid="{D5CDD505-2E9C-101B-9397-08002B2CF9AE}" pid="10" name="Sensitivity">
    <vt:lpwstr>General</vt:lpwstr>
  </property>
</Properties>
</file>