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826"/>
    <p:restoredTop sz="94647"/>
  </p:normalViewPr>
  <p:slideViewPr>
    <p:cSldViewPr snapToGrid="0" snapToObjects="1">
      <p:cViewPr varScale="1">
        <p:scale>
          <a:sx n="110" d="100"/>
          <a:sy n="110" d="100"/>
        </p:scale>
        <p:origin x="200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org&amp;utm_campaign=index&amp;utm_content=thumbnai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BAF0D8-25F1-DF7A-5253-04E404DC8018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61C3-D382-58F9-B1D1-0F604F3D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6DFA8-4970-4012-8F98-B2EF8CC91FE2}"/>
              </a:ext>
            </a:extLst>
          </p:cNvPr>
          <p:cNvSpPr/>
          <p:nvPr/>
        </p:nvSpPr>
        <p:spPr>
          <a:xfrm>
            <a:off x="3169920" y="1663548"/>
            <a:ext cx="3252971" cy="203469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758499-1B23-7177-75A6-BA116965F95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144FF2-C5B0-13E1-20B3-F02C8329C724}"/>
              </a:ext>
            </a:extLst>
          </p:cNvPr>
          <p:cNvSpPr/>
          <p:nvPr/>
        </p:nvSpPr>
        <p:spPr>
          <a:xfrm>
            <a:off x="3169920" y="3761921"/>
            <a:ext cx="4908176" cy="1432529"/>
          </a:xfrm>
          <a:custGeom>
            <a:avLst/>
            <a:gdLst/>
            <a:ahLst/>
            <a:cxnLst/>
            <a:rect l="l" t="t" r="r" b="b"/>
            <a:pathLst>
              <a:path w="4908176" h="1432529">
                <a:moveTo>
                  <a:pt x="0" y="1432529"/>
                </a:moveTo>
                <a:lnTo>
                  <a:pt x="4908176" y="1432529"/>
                </a:lnTo>
                <a:lnTo>
                  <a:pt x="4908176" y="411048"/>
                </a:lnTo>
                <a:lnTo>
                  <a:pt x="3252971" y="411048"/>
                </a:lnTo>
                <a:lnTo>
                  <a:pt x="325297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B4051A-70E4-60FE-BF82-8EDA0CD9B7C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2211B5-3CCE-FA76-1E3A-360B222A3E55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8A366-F139-CA5D-0FAA-960711D5974E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F7655E4-45E8-A6CE-83D9-BC1981EF866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D94E-5D13-7C85-C849-9DF97CB3379D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5B5CA8-A686-208D-6721-5B5B31B398F4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5F164A1-CDDA-FAA4-0BCF-AB849777251D}"/>
              </a:ext>
            </a:extLst>
          </p:cNvPr>
          <p:cNvSpPr/>
          <p:nvPr/>
        </p:nvSpPr>
        <p:spPr>
          <a:xfrm>
            <a:off x="7667233" y="4411222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2E67FC-4C29-FBD8-7543-0CBD94088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172" y="4384663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915806-01CB-B976-156A-3F43C15B2C70}"/>
              </a:ext>
            </a:extLst>
          </p:cNvPr>
          <p:cNvSpPr txBox="1"/>
          <p:nvPr/>
        </p:nvSpPr>
        <p:spPr>
          <a:xfrm>
            <a:off x="8550181" y="4597942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55AAA-EAA9-3DFF-B1FE-F33011064DC0}"/>
              </a:ext>
            </a:extLst>
          </p:cNvPr>
          <p:cNvSpPr/>
          <p:nvPr/>
        </p:nvSpPr>
        <p:spPr>
          <a:xfrm>
            <a:off x="6486391" y="1663548"/>
            <a:ext cx="1591705" cy="2445921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Workflows</a:t>
            </a:r>
          </a:p>
        </p:txBody>
      </p:sp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87678275-C4AC-6493-75CD-43156CC573E4}"/>
              </a:ext>
            </a:extLst>
          </p:cNvPr>
          <p:cNvSpPr/>
          <p:nvPr/>
        </p:nvSpPr>
        <p:spPr>
          <a:xfrm>
            <a:off x="5688987" y="1726556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23D173D-852B-4BFA-719E-11928965D9B7}"/>
              </a:ext>
            </a:extLst>
          </p:cNvPr>
          <p:cNvSpPr/>
          <p:nvPr/>
        </p:nvSpPr>
        <p:spPr>
          <a:xfrm>
            <a:off x="5676614" y="2371775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       MCP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C44996-69EE-2FC6-A39C-C4E7820A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699" y="2550033"/>
            <a:ext cx="202621" cy="202621"/>
          </a:xfrm>
          <a:prstGeom prst="rect">
            <a:avLst/>
          </a:prstGeom>
        </p:spPr>
      </p:pic>
      <p:sp>
        <p:nvSpPr>
          <p:cNvPr id="20" name="Left-right Arrow 19">
            <a:extLst>
              <a:ext uri="{FF2B5EF4-FFF2-40B4-BE49-F238E27FC236}">
                <a16:creationId xmlns:a16="http://schemas.microsoft.com/office/drawing/2014/main" id="{CD883534-6E9E-15D2-50B8-1EACE2C84E87}"/>
              </a:ext>
            </a:extLst>
          </p:cNvPr>
          <p:cNvSpPr/>
          <p:nvPr/>
        </p:nvSpPr>
        <p:spPr>
          <a:xfrm>
            <a:off x="5682691" y="3016994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1E1CFF0-2EBF-68E9-9471-266E36C93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941" y="2061017"/>
            <a:ext cx="493370" cy="4881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11E5123-261D-7D56-531A-81ECD9373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85" y="2721508"/>
            <a:ext cx="369332" cy="369332"/>
          </a:xfrm>
          <a:prstGeom prst="rect">
            <a:avLst/>
          </a:prstGeom>
        </p:spPr>
      </p:pic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ED1F880D-F54A-5CB5-55F0-CF119DB38086}"/>
              </a:ext>
            </a:extLst>
          </p:cNvPr>
          <p:cNvSpPr/>
          <p:nvPr/>
        </p:nvSpPr>
        <p:spPr>
          <a:xfrm>
            <a:off x="7650439" y="258763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CEC855A-7B14-E2C2-EFE1-737E8A13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78" y="2561071"/>
            <a:ext cx="875405" cy="62528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A18F686-EEDC-8F80-47E4-9D31532984A0}"/>
              </a:ext>
            </a:extLst>
          </p:cNvPr>
          <p:cNvSpPr txBox="1"/>
          <p:nvPr/>
        </p:nvSpPr>
        <p:spPr>
          <a:xfrm>
            <a:off x="8533387" y="277435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367444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16E00A8-064D-4280-1ADB-C212AF603DBC}"/>
              </a:ext>
            </a:extLst>
          </p:cNvPr>
          <p:cNvGrpSpPr/>
          <p:nvPr/>
        </p:nvGrpSpPr>
        <p:grpSpPr>
          <a:xfrm rot="5724151">
            <a:off x="8018087" y="3303012"/>
            <a:ext cx="1009774" cy="2445921"/>
            <a:chOff x="759858" y="4218575"/>
            <a:chExt cx="1009774" cy="24459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6232ED-D535-87EA-F84E-EFFB7F566477}"/>
                </a:ext>
              </a:extLst>
            </p:cNvPr>
            <p:cNvSpPr/>
            <p:nvPr/>
          </p:nvSpPr>
          <p:spPr>
            <a:xfrm>
              <a:off x="759858" y="4218575"/>
              <a:ext cx="1009774" cy="2445921"/>
            </a:xfrm>
            <a:prstGeom prst="rect">
              <a:avLst/>
            </a:prstGeom>
            <a:ln w="508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latin typeface="Sora" pitchFamily="2" charset="0"/>
                <a:cs typeface="Sora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74629A-8395-9E7A-2DA2-209A85D1E06C}"/>
                </a:ext>
              </a:extLst>
            </p:cNvPr>
            <p:cNvSpPr txBox="1"/>
            <p:nvPr/>
          </p:nvSpPr>
          <p:spPr>
            <a:xfrm rot="16200000">
              <a:off x="581572" y="5291875"/>
              <a:ext cx="13296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CH" sz="200" dirty="0">
                <a:latin typeface="Sora" pitchFamily="2" charset="0"/>
                <a:cs typeface="Sora" pitchFamily="2" charset="0"/>
              </a:endParaRPr>
            </a:p>
            <a:p>
              <a:r>
                <a:rPr lang="en-CH" sz="1600" dirty="0">
                  <a:solidFill>
                    <a:schemeClr val="lt1"/>
                  </a:solidFill>
                  <a:latin typeface="Sora" pitchFamily="2" charset="0"/>
                  <a:cs typeface="Sora" pitchFamily="2" charset="0"/>
                </a:rPr>
                <a:t>Workflows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DD91352-AE4A-72C9-E4D5-95EF59AB9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7015" y="4323608"/>
              <a:ext cx="493370" cy="48812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0E7ABE-E4BF-5B6B-8CE7-8C9B04E3A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1719" y="6191628"/>
              <a:ext cx="369332" cy="369332"/>
            </a:xfrm>
            <a:prstGeom prst="rect">
              <a:avLst/>
            </a:prstGeom>
          </p:spPr>
        </p:pic>
      </p:grp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367691" y="41225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6709</TotalTime>
  <Words>218</Words>
  <Application>Microsoft Macintosh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15</cp:revision>
  <dcterms:created xsi:type="dcterms:W3CDTF">2018-06-07T21:39:02Z</dcterms:created>
  <dcterms:modified xsi:type="dcterms:W3CDTF">2026-10-15T06:05:01Z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