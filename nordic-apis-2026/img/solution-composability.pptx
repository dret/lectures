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6" Type="http://schemas.openxmlformats.org/officeDocument/2006/relationships/custom-properties" Target="docProps/custom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sldIdLst>
    <p:sldId id="260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637E3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C27275A-5004-4488-BB2B-8541C3EB84DB}" v="6" dt="2018-08-08T09:05:58.341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567"/>
    <p:restoredTop sz="94647"/>
  </p:normalViewPr>
  <p:slideViewPr>
    <p:cSldViewPr snapToGrid="0" snapToObjects="1">
      <p:cViewPr>
        <p:scale>
          <a:sx n="72" d="100"/>
          <a:sy n="72" d="100"/>
        </p:scale>
        <p:origin x="1104" y="13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customXml" Target="../customXml/item3.xml"/><Relationship Id="rId7" Type="http://schemas.openxmlformats.org/officeDocument/2006/relationships/viewProps" Target="viewProps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presProps" Target="presProps.xml"/><Relationship Id="rId5" Type="http://schemas.openxmlformats.org/officeDocument/2006/relationships/slide" Target="slides/slide1.xml"/><Relationship Id="rId10" Type="http://schemas.microsoft.com/office/2015/10/relationships/revisionInfo" Target="revisionInfo.xml"/><Relationship Id="rId4" Type="http://schemas.openxmlformats.org/officeDocument/2006/relationships/slideMaster" Target="slideMasters/slideMaster1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14106F-A246-2E48-9544-E8146AB80CF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3229C53-2CA9-764A-93AB-ECAD546B01F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6C782C-8745-7347-B6AC-4D8772289B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A2730A-859E-B540-ADF3-E97069AD1FDB}" type="datetimeFigureOut">
              <a:rPr lang="en-US" smtClean="0"/>
              <a:t>10/9/26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A1CFD0D-118D-4441-A91C-1B836A28AA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ACB8388-0632-6942-96AC-2D619404ED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1746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BFEA2F-4473-0948-AB43-EBE335118A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08B151-747D-604F-903D-9A920F3178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B047E0C-8A67-AE45-9E33-B90E65F826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A2730A-859E-B540-ADF3-E97069AD1FDB}" type="datetimeFigureOut">
              <a:rPr lang="en-US" smtClean="0"/>
              <a:t>10/9/26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02C27D1-B1FA-884E-BB86-6AA912AD2C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740875C-8A74-6B43-8AF6-63659F8EC7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932704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B73F97-6513-314A-BEB3-8AC3A43CEF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BAC1008-6364-A640-BA0B-D8775884B51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A5AB27E-7D19-9148-AFBE-D10DF7C15B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A2730A-859E-B540-ADF3-E97069AD1FDB}" type="datetimeFigureOut">
              <a:rPr lang="en-US" smtClean="0"/>
              <a:t>10/9/26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F17AB2F-DBDD-3343-AB56-539EF251BC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982543B-D933-004D-99FF-224DE8B970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299373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7E5657-C487-1D4B-9C65-4DD0F323D1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BF2E6E-20E6-9043-A03F-A481416CA8E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ECB42E3-D2BE-6F4D-92FC-1494FD65C17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2A5245B-18BD-FF4F-92B6-242006FB81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A2730A-859E-B540-ADF3-E97069AD1FDB}" type="datetimeFigureOut">
              <a:rPr lang="en-US" smtClean="0"/>
              <a:t>10/9/26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E081255-874F-754B-A47E-861DA0CD15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0E19D76-7CF9-AC46-8DF1-89FFCD7B2D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96216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93E17C-5F89-8D43-BA72-7627FFCB12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3969009-5908-0446-A2D3-27CA7612D79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2A4F87B-6AD1-4F41-B65A-1712AF5CC50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39BD845-9E91-C744-AC94-1F3B0763A6B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05476AE-7625-BD41-9CA9-51364370D38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5E53358-AC69-5B4B-A141-FBCF7AC850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A2730A-859E-B540-ADF3-E97069AD1FDB}" type="datetimeFigureOut">
              <a:rPr lang="en-US" smtClean="0"/>
              <a:t>10/9/26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9FCEA71-D074-9149-9053-65C6E547F0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AC57ED6-3E53-184B-96E1-A81C0B366A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747601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C97104-1EED-AC46-9BFE-74C4C89738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6CA8C08-9E8C-6741-A2F0-5FAB6AE5E4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A2730A-859E-B540-ADF3-E97069AD1FDB}" type="datetimeFigureOut">
              <a:rPr lang="en-US" smtClean="0"/>
              <a:t>10/9/26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AD7E1B8-2D7B-4548-B1EC-8C766C92D9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DE0B748-F1C5-8749-8C42-DAC929DFFC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754678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FFE7249-F53D-4B4D-A448-22699C3D26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A2730A-859E-B540-ADF3-E97069AD1FDB}" type="datetimeFigureOut">
              <a:rPr lang="en-US" smtClean="0"/>
              <a:t>10/9/26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4682F3B-F381-C642-956B-8B897A4E6B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C599A17-3A94-2D4B-863A-D140FD43EA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984209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7E8CEF-1C51-8C45-A4DD-823EF2ED19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E374CA-1122-FA4B-B960-C80ADBD8CFB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2EA1D2F-31D9-944B-9E05-A6DF632D8BC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438C1F2-E75A-7847-BE97-4BAFD26A3C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A2730A-859E-B540-ADF3-E97069AD1FDB}" type="datetimeFigureOut">
              <a:rPr lang="en-US" smtClean="0"/>
              <a:t>10/9/26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7989FF9-DBBA-CD42-95A8-C1446B0102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B918F56-7D9A-9D48-8FD1-C96B13CCAF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74082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E687D9-2240-8D42-BF6D-3237D5EF1C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333825A-5AFC-8A42-93C4-F00E40A0FD9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DF956E5-5DA8-AB49-9E03-65283DF2A3A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78163D5-4687-C243-A8A2-0650A78870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A2730A-859E-B540-ADF3-E97069AD1FDB}" type="datetimeFigureOut">
              <a:rPr lang="en-US" smtClean="0"/>
              <a:t>10/9/26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8300BF0-29B6-B343-A484-59353A8ACA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F48E5C9-1065-5147-B725-91FB99153E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601735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659CC8-54DA-0A42-9DA3-C9E7FB11FD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31DD596-2259-614F-A986-3F25CF600FD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FA5B1C8-F927-B147-8326-E3862924A8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A2730A-859E-B540-ADF3-E97069AD1FDB}" type="datetimeFigureOut">
              <a:rPr lang="en-US" smtClean="0"/>
              <a:t>10/9/26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0B53A9-157A-9941-B952-607DAB5FA2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3CF697C-66DE-734A-9CA9-579BCEA170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38833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BFAABD5-DA08-A547-B641-D0E08891728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2B8267B-68DB-BD49-A9B4-434AE7BB23F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D2D5EC-A445-FF43-82E6-1E7554A5DC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A2730A-859E-B540-ADF3-E97069AD1FDB}" type="datetimeFigureOut">
              <a:rPr lang="en-US" smtClean="0"/>
              <a:t>10/9/26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A76C67B-5186-6A4F-8CC0-6CBFEB1182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ABF1686-2B7E-F34D-B970-CC7FA2D3BC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716179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B0B6787-B51F-DB42-9E52-63E10EB865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63B9472-27F5-2144-BCEC-3E0A96761AF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F352788-8A6E-D24F-82D2-F38C9E41A4A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7A2730A-859E-B540-ADF3-E97069AD1FDB}" type="datetimeFigureOut">
              <a:rPr lang="en-US" smtClean="0"/>
              <a:t>10/9/26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81DDB45-653D-0C49-B78E-967549C7BA6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CADC715-0B9A-0348-A62C-3F8BCE535B3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E05DC9C-C50D-D242-B083-59CEE07163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884903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C8D1CD7F-FA77-9EF9-E720-0B460E39D1D7}"/>
              </a:ext>
            </a:extLst>
          </p:cNvPr>
          <p:cNvSpPr/>
          <p:nvPr/>
        </p:nvSpPr>
        <p:spPr>
          <a:xfrm>
            <a:off x="2130014" y="1663549"/>
            <a:ext cx="1053803" cy="2392084"/>
          </a:xfrm>
          <a:prstGeom prst="rect">
            <a:avLst/>
          </a:prstGeom>
          <a:solidFill>
            <a:schemeClr val="tx2"/>
          </a:solidFill>
          <a:ln w="508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dirty="0">
                <a:latin typeface="Sora" pitchFamily="2" charset="0"/>
                <a:cs typeface="Sora" pitchFamily="2" charset="0"/>
              </a:rPr>
              <a:t>GenAI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80F8C38-B133-4223-C5AF-C1FA16C61E49}"/>
              </a:ext>
            </a:extLst>
          </p:cNvPr>
          <p:cNvSpPr/>
          <p:nvPr/>
        </p:nvSpPr>
        <p:spPr>
          <a:xfrm>
            <a:off x="7713232" y="1663549"/>
            <a:ext cx="1398488" cy="3530899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5080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APIs</a:t>
            </a:r>
          </a:p>
          <a:p>
            <a:pPr algn="ctr"/>
            <a:endParaRPr lang="en-CH" dirty="0">
              <a:solidFill>
                <a:schemeClr val="accent2"/>
              </a:solidFill>
              <a:latin typeface="Sora" pitchFamily="2" charset="0"/>
              <a:cs typeface="Sora" pitchFamily="2" charset="0"/>
            </a:endParaRPr>
          </a:p>
          <a:p>
            <a:pPr algn="ctr"/>
            <a:r>
              <a:rPr lang="en-CH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&amp;</a:t>
            </a:r>
          </a:p>
          <a:p>
            <a:pPr algn="ctr"/>
            <a:br>
              <a:rPr lang="en-CH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</a:br>
            <a:r>
              <a:rPr lang="en-CH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Data</a:t>
            </a:r>
          </a:p>
        </p:txBody>
      </p:sp>
      <p:sp>
        <p:nvSpPr>
          <p:cNvPr id="7" name="Freeform 6">
            <a:extLst>
              <a:ext uri="{FF2B5EF4-FFF2-40B4-BE49-F238E27FC236}">
                <a16:creationId xmlns:a16="http://schemas.microsoft.com/office/drawing/2014/main" id="{3264089B-B6FD-B9AF-1E8A-5B7981AEA9E0}"/>
              </a:ext>
            </a:extLst>
          </p:cNvPr>
          <p:cNvSpPr/>
          <p:nvPr/>
        </p:nvSpPr>
        <p:spPr>
          <a:xfrm>
            <a:off x="2130014" y="1663550"/>
            <a:ext cx="4908176" cy="3530899"/>
          </a:xfrm>
          <a:custGeom>
            <a:avLst/>
            <a:gdLst>
              <a:gd name="csX0" fmla="*/ 0 w 4908176"/>
              <a:gd name="csY0" fmla="*/ 2218764 h 2218764"/>
              <a:gd name="csX1" fmla="*/ 4908176 w 4908176"/>
              <a:gd name="csY1" fmla="*/ 2218764 h 2218764"/>
              <a:gd name="csX2" fmla="*/ 4908176 w 4908176"/>
              <a:gd name="csY2" fmla="*/ 1143000 h 2218764"/>
              <a:gd name="csX3" fmla="*/ 4908176 w 4908176"/>
              <a:gd name="csY3" fmla="*/ 0 h 2218764"/>
              <a:gd name="csX4" fmla="*/ 4625788 w 4908176"/>
              <a:gd name="csY4" fmla="*/ 0 h 2218764"/>
              <a:gd name="csX5" fmla="*/ 3348726 w 4908176"/>
              <a:gd name="csY5" fmla="*/ 2287 h 2218764"/>
              <a:gd name="csX6" fmla="*/ 3348317 w 4908176"/>
              <a:gd name="csY6" fmla="*/ 889637 h 2218764"/>
              <a:gd name="csX7" fmla="*/ 2312726 w 4908176"/>
              <a:gd name="csY7" fmla="*/ 888573 h 2218764"/>
              <a:gd name="csX8" fmla="*/ 2310252 w 4908176"/>
              <a:gd name="csY8" fmla="*/ 1562401 h 2218764"/>
              <a:gd name="csX9" fmla="*/ 1 w 4908176"/>
              <a:gd name="csY9" fmla="*/ 1564342 h 2218764"/>
              <a:gd name="csX10" fmla="*/ 0 w 4908176"/>
              <a:gd name="csY10" fmla="*/ 2218764 h 221876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4908176" h="2218764">
                <a:moveTo>
                  <a:pt x="0" y="2218764"/>
                </a:moveTo>
                <a:lnTo>
                  <a:pt x="4908176" y="2218764"/>
                </a:lnTo>
                <a:lnTo>
                  <a:pt x="4908176" y="1143000"/>
                </a:lnTo>
                <a:lnTo>
                  <a:pt x="4908176" y="0"/>
                </a:lnTo>
                <a:lnTo>
                  <a:pt x="4625788" y="0"/>
                </a:lnTo>
                <a:lnTo>
                  <a:pt x="3348726" y="2287"/>
                </a:lnTo>
                <a:cubicBezTo>
                  <a:pt x="3348726" y="295699"/>
                  <a:pt x="3348317" y="596225"/>
                  <a:pt x="3348317" y="889637"/>
                </a:cubicBezTo>
                <a:lnTo>
                  <a:pt x="2312726" y="888573"/>
                </a:lnTo>
                <a:cubicBezTo>
                  <a:pt x="2311901" y="1110640"/>
                  <a:pt x="2311077" y="1340334"/>
                  <a:pt x="2310252" y="1562401"/>
                </a:cubicBezTo>
                <a:lnTo>
                  <a:pt x="1" y="1564342"/>
                </a:lnTo>
                <a:cubicBezTo>
                  <a:pt x="1" y="1784475"/>
                  <a:pt x="0" y="1998631"/>
                  <a:pt x="0" y="2218764"/>
                </a:cubicBezTo>
                <a:close/>
              </a:path>
            </a:pathLst>
          </a:custGeom>
          <a:solidFill>
            <a:schemeClr val="accent1"/>
          </a:solidFill>
          <a:ln w="5080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br>
              <a:rPr lang="en-CH" dirty="0"/>
            </a:br>
            <a:br>
              <a:rPr lang="en-CH" dirty="0"/>
            </a:br>
            <a:br>
              <a:rPr lang="en-CH" dirty="0"/>
            </a:br>
            <a:br>
              <a:rPr lang="en-CH" dirty="0"/>
            </a:br>
            <a:br>
              <a:rPr lang="en-CH" dirty="0"/>
            </a:br>
            <a:endParaRPr lang="en-CH" dirty="0"/>
          </a:p>
          <a:p>
            <a:pPr algn="ctr"/>
            <a:endParaRPr lang="en-CH" dirty="0">
              <a:latin typeface="Sora" pitchFamily="2" charset="0"/>
              <a:cs typeface="Sora" pitchFamily="2" charset="0"/>
            </a:endParaRPr>
          </a:p>
          <a:p>
            <a:pPr algn="ctr"/>
            <a:endParaRPr lang="en-CH" dirty="0">
              <a:latin typeface="Sora" pitchFamily="2" charset="0"/>
              <a:cs typeface="Sora" pitchFamily="2" charset="0"/>
            </a:endParaRPr>
          </a:p>
          <a:p>
            <a:pPr algn="ctr"/>
            <a:endParaRPr lang="en-CH" dirty="0">
              <a:latin typeface="Sora" pitchFamily="2" charset="0"/>
              <a:cs typeface="Sora" pitchFamily="2" charset="0"/>
            </a:endParaRPr>
          </a:p>
          <a:p>
            <a:pPr algn="ctr"/>
            <a:endParaRPr lang="en-CH" dirty="0">
              <a:latin typeface="Sora" pitchFamily="2" charset="0"/>
              <a:cs typeface="Sora" pitchFamily="2" charset="0"/>
            </a:endParaRPr>
          </a:p>
          <a:p>
            <a:pPr algn="ctr"/>
            <a:r>
              <a:rPr lang="en-CH" dirty="0">
                <a:latin typeface="Sora" pitchFamily="2" charset="0"/>
                <a:cs typeface="Sora" pitchFamily="2" charset="0"/>
              </a:rPr>
              <a:t>Deterministic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8888C7D1-B3A9-1099-6C25-0BD32B84F0F0}"/>
              </a:ext>
            </a:extLst>
          </p:cNvPr>
          <p:cNvCxnSpPr>
            <a:cxnSpLocks/>
          </p:cNvCxnSpPr>
          <p:nvPr/>
        </p:nvCxnSpPr>
        <p:spPr>
          <a:xfrm>
            <a:off x="7379746" y="1245196"/>
            <a:ext cx="0" cy="4682268"/>
          </a:xfrm>
          <a:prstGeom prst="line">
            <a:avLst/>
          </a:prstGeom>
          <a:ln w="2540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47A62D65-2885-43E9-B5FE-0471D9A3E0B7}"/>
              </a:ext>
            </a:extLst>
          </p:cNvPr>
          <p:cNvSpPr txBox="1"/>
          <p:nvPr/>
        </p:nvSpPr>
        <p:spPr>
          <a:xfrm>
            <a:off x="3987624" y="5428134"/>
            <a:ext cx="11929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dirty="0">
                <a:latin typeface="Sora" pitchFamily="2" charset="0"/>
                <a:cs typeface="Sora" pitchFamily="2" charset="0"/>
              </a:rPr>
              <a:t>Solution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07EBE18-2738-7524-8444-64A9242E593A}"/>
              </a:ext>
            </a:extLst>
          </p:cNvPr>
          <p:cNvSpPr txBox="1"/>
          <p:nvPr/>
        </p:nvSpPr>
        <p:spPr>
          <a:xfrm>
            <a:off x="7669577" y="5428134"/>
            <a:ext cx="15408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dirty="0">
                <a:latin typeface="Sora" pitchFamily="2" charset="0"/>
                <a:cs typeface="Sora" pitchFamily="2" charset="0"/>
              </a:rPr>
              <a:t>Foundation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A1DD83FF-7606-7A17-B358-0597A762004D}"/>
              </a:ext>
            </a:extLst>
          </p:cNvPr>
          <p:cNvSpPr/>
          <p:nvPr/>
        </p:nvSpPr>
        <p:spPr>
          <a:xfrm>
            <a:off x="3287352" y="1663548"/>
            <a:ext cx="1053803" cy="2854663"/>
          </a:xfrm>
          <a:prstGeom prst="rect">
            <a:avLst/>
          </a:prstGeom>
          <a:solidFill>
            <a:srgbClr val="637E3C"/>
          </a:solidFill>
          <a:ln w="508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dirty="0">
                <a:latin typeface="Sora" pitchFamily="2" charset="0"/>
                <a:cs typeface="Sora" pitchFamily="2" charset="0"/>
              </a:rPr>
              <a:t>RLCD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15AD2165-8328-67A9-029D-AD7E8154F9ED}"/>
              </a:ext>
            </a:extLst>
          </p:cNvPr>
          <p:cNvSpPr/>
          <p:nvPr/>
        </p:nvSpPr>
        <p:spPr>
          <a:xfrm>
            <a:off x="4444691" y="1663549"/>
            <a:ext cx="938294" cy="609751"/>
          </a:xfrm>
          <a:prstGeom prst="rect">
            <a:avLst/>
          </a:prstGeom>
          <a:solidFill>
            <a:schemeClr val="tx2"/>
          </a:solidFill>
          <a:ln w="508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dirty="0">
                <a:latin typeface="Sora" pitchFamily="2" charset="0"/>
                <a:cs typeface="Sora" pitchFamily="2" charset="0"/>
              </a:rPr>
              <a:t>GenAI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DFA2ED24-B85E-A9A7-0922-9D33126AAED7}"/>
              </a:ext>
            </a:extLst>
          </p:cNvPr>
          <p:cNvSpPr/>
          <p:nvPr/>
        </p:nvSpPr>
        <p:spPr>
          <a:xfrm>
            <a:off x="4444691" y="2367284"/>
            <a:ext cx="938294" cy="609751"/>
          </a:xfrm>
          <a:prstGeom prst="rect">
            <a:avLst/>
          </a:prstGeom>
          <a:solidFill>
            <a:schemeClr val="tx2"/>
          </a:solidFill>
          <a:ln w="508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dirty="0">
                <a:latin typeface="Sora" pitchFamily="2" charset="0"/>
                <a:cs typeface="Sora" pitchFamily="2" charset="0"/>
              </a:rPr>
              <a:t>GenAI</a:t>
            </a:r>
          </a:p>
        </p:txBody>
      </p:sp>
    </p:spTree>
    <p:extLst>
      <p:ext uri="{BB962C8B-B14F-4D97-AF65-F5344CB8AC3E}">
        <p14:creationId xmlns:p14="http://schemas.microsoft.com/office/powerpoint/2010/main" val="107156106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penAPI Initiative">
      <a:dk1>
        <a:srgbClr val="000000"/>
      </a:dk1>
      <a:lt1>
        <a:srgbClr val="FFFFFF"/>
      </a:lt1>
      <a:dk2>
        <a:srgbClr val="4B5B2A"/>
      </a:dk2>
      <a:lt2>
        <a:srgbClr val="E7E6E6"/>
      </a:lt2>
      <a:accent1>
        <a:srgbClr val="6BA538"/>
      </a:accent1>
      <a:accent2>
        <a:srgbClr val="4B5B2A"/>
      </a:accent2>
      <a:accent3>
        <a:srgbClr val="97D700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1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57cbd278-44e5-46af-a5d9-924af6d28f4a}">
  <we:reference id="WA200010001" version="1.0.0.1" store="en-US" storeType="OMEX"/>
  <we:alternateReferences/>
  <we:properties>
    <we:property name="Microsoft.Office.CampaignId" value="&quot;none&quot;"/>
    <we:property name="claude.fileId" value="&quot;3229a3b5-e41a-42e2-ab36-856bc9ed0815&quot;"/>
  </we:properties>
  <we:bindings/>
  <we:snapshot xmlns:r="http://schemas.openxmlformats.org/officeDocument/2006/relationships"/>
</we:webextension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CD401524DC532D42A0E0ED886331A72B" ma:contentTypeVersion="13" ma:contentTypeDescription="Create a new document." ma:contentTypeScope="" ma:versionID="d936d863d335d354da51eb78ca1ae338">
  <xsd:schema xmlns:xsd="http://www.w3.org/2001/XMLSchema" xmlns:xs="http://www.w3.org/2001/XMLSchema" xmlns:p="http://schemas.microsoft.com/office/2006/metadata/properties" xmlns:ns2="f577acbf-5b0b-4b4f-9948-268e97f8d3a4" xmlns:ns3="b1e4d6ee-9f6f-43f8-a618-24f3d84da28f" targetNamespace="http://schemas.microsoft.com/office/2006/metadata/properties" ma:root="true" ma:fieldsID="5fbac08d56b1b04aa33acbc31e882ce9" ns2:_="" ns3:_="">
    <xsd:import namespace="f577acbf-5b0b-4b4f-9948-268e97f8d3a4"/>
    <xsd:import namespace="b1e4d6ee-9f6f-43f8-a618-24f3d84da28f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3:SharedWithUsers" minOccurs="0"/>
                <xsd:element ref="ns3:SharedWithDetails" minOccurs="0"/>
                <xsd:element ref="ns3:LastSharedByUser" minOccurs="0"/>
                <xsd:element ref="ns3:LastSharedByTime" minOccurs="0"/>
                <xsd:element ref="ns2:Document_x0020_Purpose" minOccurs="0"/>
                <xsd:element ref="ns2:Initiatives" minOccurs="0"/>
                <xsd:element ref="ns2:MediaServiceDateTaken" minOccurs="0"/>
                <xsd:element ref="ns2:MediaServiceAutoTags" minOccurs="0"/>
                <xsd:element ref="ns2:MediaServiceOCR" minOccurs="0"/>
                <xsd:element ref="ns2:MediaServiceLoca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577acbf-5b0b-4b4f-9948-268e97f8d3a4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Document_x0020_Purpose" ma:index="14" nillable="true" ma:displayName="Document Purpose" ma:default="Informational" ma:format="Dropdown" ma:internalName="Document_x0020_Purpose">
      <xsd:simpleType>
        <xsd:restriction base="dms:Choice">
          <xsd:enumeration value="Informational"/>
          <xsd:enumeration value="Feature Spec"/>
          <xsd:enumeration value="Engineering Design"/>
          <xsd:enumeration value="Planning"/>
        </xsd:restriction>
      </xsd:simpleType>
    </xsd:element>
    <xsd:element name="Initiatives" ma:index="15" nillable="true" ma:displayName="Initiatives" ma:description="List of initiatives related to this document" ma:internalName="Initiatives">
      <xsd:complexType>
        <xsd:complexContent>
          <xsd:extension base="dms:MultiChoice">
            <xsd:sequence>
              <xsd:element name="Value" maxOccurs="unbounded" minOccurs="0" nillable="true">
                <xsd:simpleType>
                  <xsd:restriction base="dms:Choice">
                    <xsd:enumeration value="Add-in MAU"/>
                    <xsd:enumeration value="Custom Functions"/>
                    <xsd:enumeration value="Data &amp; Analytics"/>
                    <xsd:enumeration value="DevEx: Portals &amp; Programs"/>
                    <xsd:enumeration value="DevEx: Tools &amp; Libraries"/>
                    <xsd:enumeration value="Engineering"/>
                    <xsd:enumeration value="Excel API"/>
                    <xsd:enumeration value="In-Market Support"/>
                    <xsd:enumeration value="Maker Access"/>
                    <xsd:enumeration value="SDX Runtime &amp; Partners"/>
                    <xsd:enumeration value="SDX Service Delivery"/>
                    <xsd:enumeration value="SDX API &amp; Pipeline"/>
                    <xsd:enumeration value="Shield &amp; OCE"/>
                  </xsd:restriction>
                </xsd:simpleType>
              </xsd:element>
            </xsd:sequence>
          </xsd:extension>
        </xsd:complexContent>
      </xsd:complexType>
    </xsd:element>
    <xsd:element name="MediaServiceDateTaken" ma:index="16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7" nillable="true" ma:displayName="MediaServiceAutoTags" ma:internalName="MediaServiceAutoTags" ma:readOnly="true">
      <xsd:simpleType>
        <xsd:restriction base="dms:Text"/>
      </xsd:simpleType>
    </xsd:element>
    <xsd:element name="MediaServiceOCR" ma:index="18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19" nillable="true" ma:displayName="MediaServiceLocation" ma:internalName="MediaServiceLocatio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1e4d6ee-9f6f-43f8-a618-24f3d84da28f" elementFormDefault="qualified">
    <xsd:import namespace="http://schemas.microsoft.com/office/2006/documentManagement/types"/>
    <xsd:import namespace="http://schemas.microsoft.com/office/infopath/2007/PartnerControls"/>
    <xsd:element name="SharedWithUsers" ma:index="10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1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LastSharedByUser" ma:index="12" nillable="true" ma:displayName="Last Shared By User" ma:hidden="true" ma:internalName="LastSharedByUser" ma:readOnly="true">
      <xsd:simpleType>
        <xsd:restriction base="dms:Note"/>
      </xsd:simpleType>
    </xsd:element>
    <xsd:element name="LastSharedByTime" ma:index="13" nillable="true" ma:displayName="Last Shared By Time" ma:hidden="true" ma:internalName="LastSharedByTime" ma:readOnly="true">
      <xsd:simpleType>
        <xsd:restriction base="dms:DateTim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Document_x0020_Purpose xmlns="f577acbf-5b0b-4b4f-9948-268e97f8d3a4">Informational</Document_x0020_Purpose>
    <Initiatives xmlns="f577acbf-5b0b-4b4f-9948-268e97f8d3a4"/>
  </documentManagement>
</p:properties>
</file>

<file path=customXml/itemProps1.xml><?xml version="1.0" encoding="utf-8"?>
<ds:datastoreItem xmlns:ds="http://schemas.openxmlformats.org/officeDocument/2006/customXml" ds:itemID="{A79EAE08-AAD0-49B9-BF66-164C225CC52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f577acbf-5b0b-4b4f-9948-268e97f8d3a4"/>
    <ds:schemaRef ds:uri="b1e4d6ee-9f6f-43f8-a618-24f3d84da28f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E21AFCC0-734A-4A90-A597-A1CB34860DCD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617AB1FA-2F28-4684-9230-02ACEB6C0B0A}">
  <ds:schemaRefs>
    <ds:schemaRef ds:uri="b1e4d6ee-9f6f-43f8-a618-24f3d84da28f"/>
    <ds:schemaRef ds:uri="http://purl.org/dc/terms/"/>
    <ds:schemaRef ds:uri="http://schemas.openxmlformats.org/package/2006/metadata/core-properties"/>
    <ds:schemaRef ds:uri="f577acbf-5b0b-4b4f-9948-268e97f8d3a4"/>
    <ds:schemaRef ds:uri="http://schemas.microsoft.com/office/2006/documentManagement/types"/>
    <ds:schemaRef ds:uri="http://schemas.microsoft.com/office/infopath/2007/PartnerControls"/>
    <ds:schemaRef ds:uri="http://purl.org/dc/elements/1.1/"/>
    <ds:schemaRef ds:uri="http://schemas.microsoft.com/office/2006/metadata/properties"/>
    <ds:schemaRef ds:uri="http://www.w3.org/XML/1998/namespace"/>
    <ds:schemaRef ds:uri="http://purl.org/dc/dcmitype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1620</TotalTime>
  <Words>16</Words>
  <Application>Microsoft Macintosh PowerPoint</Application>
  <PresentationFormat>Widescreen</PresentationFormat>
  <Paragraphs>16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Arial</vt:lpstr>
      <vt:lpstr>Calibri</vt:lpstr>
      <vt:lpstr>Calibri Light</vt:lpstr>
      <vt:lpstr>Sora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Microsoft</dc:creator>
  <cp:lastModifiedBy>Erik Wilde</cp:lastModifiedBy>
  <cp:revision>3</cp:revision>
  <dcterms:created xsi:type="dcterms:W3CDTF">2018-06-07T21:39:02Z</dcterms:created>
  <dcterms:modified xsi:type="dcterms:W3CDTF">2026-10-09T13:44:57Z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0x010100CD401524DC532D42A0E0ED886331A72B</vt:lpwstr>
  </property>
  <property fmtid="{D5CDD505-2E9C-101B-9397-08002B2CF9AE}" pid="3" name="MSIP_Label_f42aa342-8706-4288-bd11-ebb85995028c_Enabled">
    <vt:lpwstr>True</vt:lpwstr>
  </property>
  <property fmtid="{D5CDD505-2E9C-101B-9397-08002B2CF9AE}" pid="4" name="MSIP_Label_f42aa342-8706-4288-bd11-ebb85995028c_SiteId">
    <vt:lpwstr>72f988bf-86f1-41af-91ab-2d7cd011db47</vt:lpwstr>
  </property>
  <property fmtid="{D5CDD505-2E9C-101B-9397-08002B2CF9AE}" pid="5" name="MSIP_Label_f42aa342-8706-4288-bd11-ebb85995028c_Owner">
    <vt:lpwstr>t-dahop@microsoft.com</vt:lpwstr>
  </property>
  <property fmtid="{D5CDD505-2E9C-101B-9397-08002B2CF9AE}" pid="6" name="MSIP_Label_f42aa342-8706-4288-bd11-ebb85995028c_SetDate">
    <vt:lpwstr>2018-06-18T13:45:27.3782680Z</vt:lpwstr>
  </property>
  <property fmtid="{D5CDD505-2E9C-101B-9397-08002B2CF9AE}" pid="7" name="MSIP_Label_f42aa342-8706-4288-bd11-ebb85995028c_Name">
    <vt:lpwstr>General</vt:lpwstr>
  </property>
  <property fmtid="{D5CDD505-2E9C-101B-9397-08002B2CF9AE}" pid="8" name="MSIP_Label_f42aa342-8706-4288-bd11-ebb85995028c_Application">
    <vt:lpwstr>Microsoft Azure Information Protection</vt:lpwstr>
  </property>
  <property fmtid="{D5CDD505-2E9C-101B-9397-08002B2CF9AE}" pid="9" name="MSIP_Label_f42aa342-8706-4288-bd11-ebb85995028c_Extended_MSFT_Method">
    <vt:lpwstr>Automatic</vt:lpwstr>
  </property>
  <property fmtid="{D5CDD505-2E9C-101B-9397-08002B2CF9AE}" pid="10" name="Sensitivity">
    <vt:lpwstr>General</vt:lpwstr>
  </property>
</Properties>
</file>